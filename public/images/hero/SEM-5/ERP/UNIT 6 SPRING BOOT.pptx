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359" r:id="rId3"/>
    <p:sldId id="360" r:id="rId5"/>
    <p:sldId id="528" r:id="rId6"/>
    <p:sldId id="505" r:id="rId7"/>
    <p:sldId id="529" r:id="rId8"/>
    <p:sldId id="361" r:id="rId9"/>
    <p:sldId id="530" r:id="rId10"/>
    <p:sldId id="504" r:id="rId11"/>
    <p:sldId id="457" r:id="rId12"/>
    <p:sldId id="446" r:id="rId13"/>
    <p:sldId id="482" r:id="rId14"/>
    <p:sldId id="506" r:id="rId15"/>
    <p:sldId id="479" r:id="rId16"/>
    <p:sldId id="455" r:id="rId17"/>
    <p:sldId id="532" r:id="rId18"/>
    <p:sldId id="533" r:id="rId19"/>
    <p:sldId id="531" r:id="rId20"/>
    <p:sldId id="483" r:id="rId21"/>
    <p:sldId id="484" r:id="rId22"/>
    <p:sldId id="507" r:id="rId23"/>
    <p:sldId id="437" r:id="rId24"/>
    <p:sldId id="534" r:id="rId25"/>
    <p:sldId id="535" r:id="rId26"/>
    <p:sldId id="536" r:id="rId27"/>
    <p:sldId id="447" r:id="rId28"/>
    <p:sldId id="538" r:id="rId29"/>
    <p:sldId id="438" r:id="rId30"/>
    <p:sldId id="539" r:id="rId31"/>
    <p:sldId id="540" r:id="rId32"/>
    <p:sldId id="541" r:id="rId33"/>
    <p:sldId id="542" r:id="rId34"/>
    <p:sldId id="543" r:id="rId35"/>
    <p:sldId id="544" r:id="rId36"/>
    <p:sldId id="508" r:id="rId37"/>
    <p:sldId id="439" r:id="rId38"/>
    <p:sldId id="545" r:id="rId39"/>
    <p:sldId id="546" r:id="rId40"/>
    <p:sldId id="547" r:id="rId41"/>
    <p:sldId id="548" r:id="rId42"/>
    <p:sldId id="441" r:id="rId43"/>
    <p:sldId id="549" r:id="rId44"/>
    <p:sldId id="550" r:id="rId45"/>
    <p:sldId id="551" r:id="rId46"/>
    <p:sldId id="552" r:id="rId47"/>
    <p:sldId id="553" r:id="rId48"/>
    <p:sldId id="554" r:id="rId49"/>
    <p:sldId id="555" r:id="rId50"/>
    <p:sldId id="556" r:id="rId51"/>
    <p:sldId id="442" r:id="rId52"/>
    <p:sldId id="557" r:id="rId53"/>
    <p:sldId id="558" r:id="rId54"/>
    <p:sldId id="559" r:id="rId55"/>
    <p:sldId id="560" r:id="rId56"/>
    <p:sldId id="480" r:id="rId57"/>
    <p:sldId id="561" r:id="rId58"/>
    <p:sldId id="562" r:id="rId59"/>
    <p:sldId id="563" r:id="rId60"/>
    <p:sldId id="436" r:id="rId61"/>
  </p:sldIdLst>
  <p:sldSz cx="9144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73"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2173"/>
        <p:guide pos="2880"/>
      </p:guideLst>
    </p:cSldViewPr>
  </p:slideViewPr>
  <p:notesViewPr>
    <p:cSldViewPr snapToGrid="0">
      <p:cViewPr varScale="1">
        <p:scale>
          <a:sx n="100" d="100"/>
          <a:sy n="100" d="100"/>
        </p:scale>
        <p:origin x="0" y="0"/>
      </p:cViewPr>
      <p:guideLst>
        <p:guide orient="horz" pos="2160"/>
        <p:guide pos="2880"/>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4" Type="http://schemas.openxmlformats.org/officeDocument/2006/relationships/tableStyles" Target="tableStyles.xml"/><Relationship Id="rId63" Type="http://schemas.openxmlformats.org/officeDocument/2006/relationships/viewProps" Target="viewProps.xml"/><Relationship Id="rId62" Type="http://schemas.openxmlformats.org/officeDocument/2006/relationships/presProps" Target="presProps.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334" name="Shape 2"/>
        <p:cNvGrpSpPr/>
        <p:nvPr/>
      </p:nvGrpSpPr>
      <p:grpSpPr>
        <a:xfrm>
          <a:off x="0" y="0"/>
          <a:ext cx="0" cy="0"/>
          <a:chOff x="0" y="0"/>
          <a:chExt cx="0" cy="0"/>
        </a:xfrm>
      </p:grpSpPr>
      <p:sp>
        <p:nvSpPr>
          <p:cNvPr id="1049051" name="Google Shape;3;n"/>
          <p:cNvSpPr txBox="1"/>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49052" name="Google Shape;4;n"/>
          <p:cNvSpPr txBox="1"/>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49053" name="Google Shape;5;n"/>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9054" name="Google Shape;6;n"/>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36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36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36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36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49055" name="Google Shape;7;n"/>
          <p:cNvSpPr txBox="1"/>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49056" name="Google Shape;8;n"/>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Arial" panose="020B0604020202020204"/>
                <a:ea typeface="Arial" panose="020B0604020202020204"/>
                <a:cs typeface="Arial" panose="020B0604020202020204"/>
                <a:sym typeface="Arial" panose="020B0604020202020204"/>
              </a:rPr>
            </a:fld>
            <a:endParaRPr sz="12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 name="Shape 84"/>
        <p:cNvGrpSpPr/>
        <p:nvPr/>
      </p:nvGrpSpPr>
      <p:grpSpPr>
        <a:xfrm>
          <a:off x="0" y="0"/>
          <a:ext cx="0" cy="0"/>
          <a:chOff x="0" y="0"/>
          <a:chExt cx="0" cy="0"/>
        </a:xfrm>
      </p:grpSpPr>
      <p:sp>
        <p:nvSpPr>
          <p:cNvPr id="1048590" name="Google Shape;85;p1: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360"/>
              </a:spcBef>
              <a:spcAft>
                <a:spcPts val="0"/>
              </a:spcAft>
              <a:buNone/>
            </a:pPr>
          </a:p>
        </p:txBody>
      </p:sp>
      <p:sp>
        <p:nvSpPr>
          <p:cNvPr id="1048591" name="Google Shape;86;p1: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99" name="Shape 96"/>
        <p:cNvGrpSpPr/>
        <p:nvPr/>
      </p:nvGrpSpPr>
      <p:grpSpPr>
        <a:xfrm>
          <a:off x="0" y="0"/>
          <a:ext cx="0" cy="0"/>
          <a:chOff x="0" y="0"/>
          <a:chExt cx="0" cy="0"/>
        </a:xfrm>
      </p:grpSpPr>
      <p:sp>
        <p:nvSpPr>
          <p:cNvPr id="1048600" name="Google Shape;97;p2: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360"/>
              </a:spcBef>
              <a:spcAft>
                <a:spcPts val="0"/>
              </a:spcAft>
              <a:buNone/>
            </a:pPr>
          </a:p>
        </p:txBody>
      </p:sp>
      <p:sp>
        <p:nvSpPr>
          <p:cNvPr id="1048601" name="Google Shape;98;p2: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2" name="Shape 105"/>
        <p:cNvGrpSpPr/>
        <p:nvPr/>
      </p:nvGrpSpPr>
      <p:grpSpPr>
        <a:xfrm>
          <a:off x="0" y="0"/>
          <a:ext cx="0" cy="0"/>
          <a:chOff x="0" y="0"/>
          <a:chExt cx="0" cy="0"/>
        </a:xfrm>
      </p:grpSpPr>
      <p:sp>
        <p:nvSpPr>
          <p:cNvPr id="1048605" name="Google Shape;106;p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360"/>
              </a:spcBef>
              <a:spcAft>
                <a:spcPts val="0"/>
              </a:spcAft>
              <a:buNone/>
            </a:pPr>
          </a:p>
        </p:txBody>
      </p:sp>
      <p:sp>
        <p:nvSpPr>
          <p:cNvPr id="1048606" name="Google Shape;107;p3: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2" name="Shape 105"/>
        <p:cNvGrpSpPr/>
        <p:nvPr/>
      </p:nvGrpSpPr>
      <p:grpSpPr>
        <a:xfrm>
          <a:off x="0" y="0"/>
          <a:ext cx="0" cy="0"/>
          <a:chOff x="0" y="0"/>
          <a:chExt cx="0" cy="0"/>
        </a:xfrm>
      </p:grpSpPr>
      <p:sp>
        <p:nvSpPr>
          <p:cNvPr id="1048605" name="Google Shape;106;p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360"/>
              </a:spcBef>
              <a:spcAft>
                <a:spcPts val="0"/>
              </a:spcAft>
              <a:buNone/>
            </a:pPr>
          </a:p>
        </p:txBody>
      </p:sp>
      <p:sp>
        <p:nvSpPr>
          <p:cNvPr id="1048606" name="Google Shape;107;p3: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2" name="Shape 105"/>
        <p:cNvGrpSpPr/>
        <p:nvPr/>
      </p:nvGrpSpPr>
      <p:grpSpPr>
        <a:xfrm>
          <a:off x="0" y="0"/>
          <a:ext cx="0" cy="0"/>
          <a:chOff x="0" y="0"/>
          <a:chExt cx="0" cy="0"/>
        </a:xfrm>
      </p:grpSpPr>
      <p:sp>
        <p:nvSpPr>
          <p:cNvPr id="1048605" name="Google Shape;106;p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360"/>
              </a:spcBef>
              <a:spcAft>
                <a:spcPts val="0"/>
              </a:spcAft>
              <a:buNone/>
            </a:pPr>
          </a:p>
        </p:txBody>
      </p:sp>
      <p:sp>
        <p:nvSpPr>
          <p:cNvPr id="1048606" name="Google Shape;107;p3: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2" name="Shape 105"/>
        <p:cNvGrpSpPr/>
        <p:nvPr/>
      </p:nvGrpSpPr>
      <p:grpSpPr>
        <a:xfrm>
          <a:off x="0" y="0"/>
          <a:ext cx="0" cy="0"/>
          <a:chOff x="0" y="0"/>
          <a:chExt cx="0" cy="0"/>
        </a:xfrm>
      </p:grpSpPr>
      <p:sp>
        <p:nvSpPr>
          <p:cNvPr id="1048605" name="Google Shape;106;p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360"/>
              </a:spcBef>
              <a:spcAft>
                <a:spcPts val="0"/>
              </a:spcAft>
              <a:buNone/>
            </a:pPr>
          </a:p>
        </p:txBody>
      </p:sp>
      <p:sp>
        <p:nvSpPr>
          <p:cNvPr id="1048606" name="Google Shape;107;p3: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2" name="Shape 105"/>
        <p:cNvGrpSpPr/>
        <p:nvPr/>
      </p:nvGrpSpPr>
      <p:grpSpPr>
        <a:xfrm>
          <a:off x="0" y="0"/>
          <a:ext cx="0" cy="0"/>
          <a:chOff x="0" y="0"/>
          <a:chExt cx="0" cy="0"/>
        </a:xfrm>
      </p:grpSpPr>
      <p:sp>
        <p:nvSpPr>
          <p:cNvPr id="1048605" name="Google Shape;106;p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360"/>
              </a:spcBef>
              <a:spcAft>
                <a:spcPts val="0"/>
              </a:spcAft>
              <a:buNone/>
            </a:pPr>
          </a:p>
        </p:txBody>
      </p:sp>
      <p:sp>
        <p:nvSpPr>
          <p:cNvPr id="1048606" name="Google Shape;107;p3: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2" name="Shape 105"/>
        <p:cNvGrpSpPr/>
        <p:nvPr/>
      </p:nvGrpSpPr>
      <p:grpSpPr>
        <a:xfrm>
          <a:off x="0" y="0"/>
          <a:ext cx="0" cy="0"/>
          <a:chOff x="0" y="0"/>
          <a:chExt cx="0" cy="0"/>
        </a:xfrm>
      </p:grpSpPr>
      <p:sp>
        <p:nvSpPr>
          <p:cNvPr id="1048605" name="Google Shape;106;p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360"/>
              </a:spcBef>
              <a:spcAft>
                <a:spcPts val="0"/>
              </a:spcAft>
              <a:buNone/>
            </a:pPr>
          </a:p>
        </p:txBody>
      </p:sp>
      <p:sp>
        <p:nvSpPr>
          <p:cNvPr id="1048606" name="Google Shape;107;p3: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2" name="Shape 105"/>
        <p:cNvGrpSpPr/>
        <p:nvPr/>
      </p:nvGrpSpPr>
      <p:grpSpPr>
        <a:xfrm>
          <a:off x="0" y="0"/>
          <a:ext cx="0" cy="0"/>
          <a:chOff x="0" y="0"/>
          <a:chExt cx="0" cy="0"/>
        </a:xfrm>
      </p:grpSpPr>
      <p:sp>
        <p:nvSpPr>
          <p:cNvPr id="1048605" name="Google Shape;106;p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360"/>
              </a:spcBef>
              <a:spcAft>
                <a:spcPts val="0"/>
              </a:spcAft>
              <a:buNone/>
            </a:pPr>
          </a:p>
        </p:txBody>
      </p:sp>
      <p:sp>
        <p:nvSpPr>
          <p:cNvPr id="1048606" name="Google Shape;107;p3: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2" name="Shape 105"/>
        <p:cNvGrpSpPr/>
        <p:nvPr/>
      </p:nvGrpSpPr>
      <p:grpSpPr>
        <a:xfrm>
          <a:off x="0" y="0"/>
          <a:ext cx="0" cy="0"/>
          <a:chOff x="0" y="0"/>
          <a:chExt cx="0" cy="0"/>
        </a:xfrm>
      </p:grpSpPr>
      <p:sp>
        <p:nvSpPr>
          <p:cNvPr id="1048605" name="Google Shape;106;p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360"/>
              </a:spcBef>
              <a:spcAft>
                <a:spcPts val="0"/>
              </a:spcAft>
              <a:buNone/>
            </a:pPr>
          </a:p>
        </p:txBody>
      </p:sp>
      <p:sp>
        <p:nvSpPr>
          <p:cNvPr id="1048606" name="Google Shape;107;p3: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2" name="Shape 105"/>
        <p:cNvGrpSpPr/>
        <p:nvPr/>
      </p:nvGrpSpPr>
      <p:grpSpPr>
        <a:xfrm>
          <a:off x="0" y="0"/>
          <a:ext cx="0" cy="0"/>
          <a:chOff x="0" y="0"/>
          <a:chExt cx="0" cy="0"/>
        </a:xfrm>
      </p:grpSpPr>
      <p:sp>
        <p:nvSpPr>
          <p:cNvPr id="1048605" name="Google Shape;106;p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360"/>
              </a:spcBef>
              <a:spcAft>
                <a:spcPts val="0"/>
              </a:spcAft>
              <a:buNone/>
            </a:pPr>
          </a:p>
        </p:txBody>
      </p:sp>
      <p:sp>
        <p:nvSpPr>
          <p:cNvPr id="1048606" name="Google Shape;107;p3: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2" name="Shape 105"/>
        <p:cNvGrpSpPr/>
        <p:nvPr/>
      </p:nvGrpSpPr>
      <p:grpSpPr>
        <a:xfrm>
          <a:off x="0" y="0"/>
          <a:ext cx="0" cy="0"/>
          <a:chOff x="0" y="0"/>
          <a:chExt cx="0" cy="0"/>
        </a:xfrm>
      </p:grpSpPr>
      <p:sp>
        <p:nvSpPr>
          <p:cNvPr id="1048605" name="Google Shape;106;p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360"/>
              </a:spcBef>
              <a:spcAft>
                <a:spcPts val="0"/>
              </a:spcAft>
              <a:buNone/>
            </a:pPr>
          </a:p>
        </p:txBody>
      </p:sp>
      <p:sp>
        <p:nvSpPr>
          <p:cNvPr id="1048606" name="Google Shape;107;p3: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2" name="Shape 105"/>
        <p:cNvGrpSpPr/>
        <p:nvPr/>
      </p:nvGrpSpPr>
      <p:grpSpPr>
        <a:xfrm>
          <a:off x="0" y="0"/>
          <a:ext cx="0" cy="0"/>
          <a:chOff x="0" y="0"/>
          <a:chExt cx="0" cy="0"/>
        </a:xfrm>
      </p:grpSpPr>
      <p:sp>
        <p:nvSpPr>
          <p:cNvPr id="1048605" name="Google Shape;106;p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360"/>
              </a:spcBef>
              <a:spcAft>
                <a:spcPts val="0"/>
              </a:spcAft>
              <a:buNone/>
            </a:pPr>
          </a:p>
        </p:txBody>
      </p:sp>
      <p:sp>
        <p:nvSpPr>
          <p:cNvPr id="1048606" name="Google Shape;107;p3: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2" name="Shape 105"/>
        <p:cNvGrpSpPr/>
        <p:nvPr/>
      </p:nvGrpSpPr>
      <p:grpSpPr>
        <a:xfrm>
          <a:off x="0" y="0"/>
          <a:ext cx="0" cy="0"/>
          <a:chOff x="0" y="0"/>
          <a:chExt cx="0" cy="0"/>
        </a:xfrm>
      </p:grpSpPr>
      <p:sp>
        <p:nvSpPr>
          <p:cNvPr id="1048605" name="Google Shape;106;p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360"/>
              </a:spcBef>
              <a:spcAft>
                <a:spcPts val="0"/>
              </a:spcAft>
              <a:buNone/>
            </a:pPr>
          </a:p>
        </p:txBody>
      </p:sp>
      <p:sp>
        <p:nvSpPr>
          <p:cNvPr id="1048606" name="Google Shape;107;p3: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2" name="Shape 105"/>
        <p:cNvGrpSpPr/>
        <p:nvPr/>
      </p:nvGrpSpPr>
      <p:grpSpPr>
        <a:xfrm>
          <a:off x="0" y="0"/>
          <a:ext cx="0" cy="0"/>
          <a:chOff x="0" y="0"/>
          <a:chExt cx="0" cy="0"/>
        </a:xfrm>
      </p:grpSpPr>
      <p:sp>
        <p:nvSpPr>
          <p:cNvPr id="1048605" name="Google Shape;106;p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360"/>
              </a:spcBef>
              <a:spcAft>
                <a:spcPts val="0"/>
              </a:spcAft>
              <a:buNone/>
            </a:pPr>
          </a:p>
        </p:txBody>
      </p:sp>
      <p:sp>
        <p:nvSpPr>
          <p:cNvPr id="1048606" name="Google Shape;107;p3: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2" name="Shape 105"/>
        <p:cNvGrpSpPr/>
        <p:nvPr/>
      </p:nvGrpSpPr>
      <p:grpSpPr>
        <a:xfrm>
          <a:off x="0" y="0"/>
          <a:ext cx="0" cy="0"/>
          <a:chOff x="0" y="0"/>
          <a:chExt cx="0" cy="0"/>
        </a:xfrm>
      </p:grpSpPr>
      <p:sp>
        <p:nvSpPr>
          <p:cNvPr id="1048605" name="Google Shape;106;p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360"/>
              </a:spcBef>
              <a:spcAft>
                <a:spcPts val="0"/>
              </a:spcAft>
              <a:buNone/>
            </a:pPr>
          </a:p>
        </p:txBody>
      </p:sp>
      <p:sp>
        <p:nvSpPr>
          <p:cNvPr id="1048606" name="Google Shape;107;p3: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2" name="Shape 105"/>
        <p:cNvGrpSpPr/>
        <p:nvPr/>
      </p:nvGrpSpPr>
      <p:grpSpPr>
        <a:xfrm>
          <a:off x="0" y="0"/>
          <a:ext cx="0" cy="0"/>
          <a:chOff x="0" y="0"/>
          <a:chExt cx="0" cy="0"/>
        </a:xfrm>
      </p:grpSpPr>
      <p:sp>
        <p:nvSpPr>
          <p:cNvPr id="1048605" name="Google Shape;106;p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360"/>
              </a:spcBef>
              <a:spcAft>
                <a:spcPts val="0"/>
              </a:spcAft>
              <a:buNone/>
            </a:pPr>
          </a:p>
        </p:txBody>
      </p:sp>
      <p:sp>
        <p:nvSpPr>
          <p:cNvPr id="1048606" name="Google Shape;107;p3: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2" name="Shape 105"/>
        <p:cNvGrpSpPr/>
        <p:nvPr/>
      </p:nvGrpSpPr>
      <p:grpSpPr>
        <a:xfrm>
          <a:off x="0" y="0"/>
          <a:ext cx="0" cy="0"/>
          <a:chOff x="0" y="0"/>
          <a:chExt cx="0" cy="0"/>
        </a:xfrm>
      </p:grpSpPr>
      <p:sp>
        <p:nvSpPr>
          <p:cNvPr id="1048605" name="Google Shape;106;p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360"/>
              </a:spcBef>
              <a:spcAft>
                <a:spcPts val="0"/>
              </a:spcAft>
              <a:buNone/>
            </a:pPr>
          </a:p>
        </p:txBody>
      </p:sp>
      <p:sp>
        <p:nvSpPr>
          <p:cNvPr id="1048606" name="Google Shape;107;p3: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2" name="Shape 105"/>
        <p:cNvGrpSpPr/>
        <p:nvPr/>
      </p:nvGrpSpPr>
      <p:grpSpPr>
        <a:xfrm>
          <a:off x="0" y="0"/>
          <a:ext cx="0" cy="0"/>
          <a:chOff x="0" y="0"/>
          <a:chExt cx="0" cy="0"/>
        </a:xfrm>
      </p:grpSpPr>
      <p:sp>
        <p:nvSpPr>
          <p:cNvPr id="1048605" name="Google Shape;106;p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360"/>
              </a:spcBef>
              <a:spcAft>
                <a:spcPts val="0"/>
              </a:spcAft>
              <a:buNone/>
            </a:pPr>
          </a:p>
        </p:txBody>
      </p:sp>
      <p:sp>
        <p:nvSpPr>
          <p:cNvPr id="1048606" name="Google Shape;107;p3: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2" name="Shape 105"/>
        <p:cNvGrpSpPr/>
        <p:nvPr/>
      </p:nvGrpSpPr>
      <p:grpSpPr>
        <a:xfrm>
          <a:off x="0" y="0"/>
          <a:ext cx="0" cy="0"/>
          <a:chOff x="0" y="0"/>
          <a:chExt cx="0" cy="0"/>
        </a:xfrm>
      </p:grpSpPr>
      <p:sp>
        <p:nvSpPr>
          <p:cNvPr id="1048605" name="Google Shape;106;p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360"/>
              </a:spcBef>
              <a:spcAft>
                <a:spcPts val="0"/>
              </a:spcAft>
              <a:buNone/>
            </a:pPr>
          </a:p>
        </p:txBody>
      </p:sp>
      <p:sp>
        <p:nvSpPr>
          <p:cNvPr id="1048606" name="Google Shape;107;p3: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2" name="Shape 105"/>
        <p:cNvGrpSpPr/>
        <p:nvPr/>
      </p:nvGrpSpPr>
      <p:grpSpPr>
        <a:xfrm>
          <a:off x="0" y="0"/>
          <a:ext cx="0" cy="0"/>
          <a:chOff x="0" y="0"/>
          <a:chExt cx="0" cy="0"/>
        </a:xfrm>
      </p:grpSpPr>
      <p:sp>
        <p:nvSpPr>
          <p:cNvPr id="1048605" name="Google Shape;106;p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360"/>
              </a:spcBef>
              <a:spcAft>
                <a:spcPts val="0"/>
              </a:spcAft>
              <a:buNone/>
            </a:pPr>
          </a:p>
        </p:txBody>
      </p:sp>
      <p:sp>
        <p:nvSpPr>
          <p:cNvPr id="1048606" name="Google Shape;107;p3: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2" name="Shape 105"/>
        <p:cNvGrpSpPr/>
        <p:nvPr/>
      </p:nvGrpSpPr>
      <p:grpSpPr>
        <a:xfrm>
          <a:off x="0" y="0"/>
          <a:ext cx="0" cy="0"/>
          <a:chOff x="0" y="0"/>
          <a:chExt cx="0" cy="0"/>
        </a:xfrm>
      </p:grpSpPr>
      <p:sp>
        <p:nvSpPr>
          <p:cNvPr id="1048605" name="Google Shape;106;p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360"/>
              </a:spcBef>
              <a:spcAft>
                <a:spcPts val="0"/>
              </a:spcAft>
              <a:buNone/>
            </a:pPr>
          </a:p>
        </p:txBody>
      </p:sp>
      <p:sp>
        <p:nvSpPr>
          <p:cNvPr id="1048606" name="Google Shape;107;p3: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2" name="Shape 105"/>
        <p:cNvGrpSpPr/>
        <p:nvPr/>
      </p:nvGrpSpPr>
      <p:grpSpPr>
        <a:xfrm>
          <a:off x="0" y="0"/>
          <a:ext cx="0" cy="0"/>
          <a:chOff x="0" y="0"/>
          <a:chExt cx="0" cy="0"/>
        </a:xfrm>
      </p:grpSpPr>
      <p:sp>
        <p:nvSpPr>
          <p:cNvPr id="1048605" name="Google Shape;106;p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360"/>
              </a:spcBef>
              <a:spcAft>
                <a:spcPts val="0"/>
              </a:spcAft>
              <a:buNone/>
            </a:pPr>
          </a:p>
        </p:txBody>
      </p:sp>
      <p:sp>
        <p:nvSpPr>
          <p:cNvPr id="1048606" name="Google Shape;107;p3: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2" name="Shape 105"/>
        <p:cNvGrpSpPr/>
        <p:nvPr/>
      </p:nvGrpSpPr>
      <p:grpSpPr>
        <a:xfrm>
          <a:off x="0" y="0"/>
          <a:ext cx="0" cy="0"/>
          <a:chOff x="0" y="0"/>
          <a:chExt cx="0" cy="0"/>
        </a:xfrm>
      </p:grpSpPr>
      <p:sp>
        <p:nvSpPr>
          <p:cNvPr id="1048605" name="Google Shape;106;p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360"/>
              </a:spcBef>
              <a:spcAft>
                <a:spcPts val="0"/>
              </a:spcAft>
              <a:buNone/>
            </a:pPr>
          </a:p>
        </p:txBody>
      </p:sp>
      <p:sp>
        <p:nvSpPr>
          <p:cNvPr id="1048606" name="Google Shape;107;p3: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2" name="Shape 105"/>
        <p:cNvGrpSpPr/>
        <p:nvPr/>
      </p:nvGrpSpPr>
      <p:grpSpPr>
        <a:xfrm>
          <a:off x="0" y="0"/>
          <a:ext cx="0" cy="0"/>
          <a:chOff x="0" y="0"/>
          <a:chExt cx="0" cy="0"/>
        </a:xfrm>
      </p:grpSpPr>
      <p:sp>
        <p:nvSpPr>
          <p:cNvPr id="1048605" name="Google Shape;106;p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360"/>
              </a:spcBef>
              <a:spcAft>
                <a:spcPts val="0"/>
              </a:spcAft>
              <a:buNone/>
            </a:pPr>
          </a:p>
        </p:txBody>
      </p:sp>
      <p:sp>
        <p:nvSpPr>
          <p:cNvPr id="1048606" name="Google Shape;107;p3: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2" name="Shape 105"/>
        <p:cNvGrpSpPr/>
        <p:nvPr/>
      </p:nvGrpSpPr>
      <p:grpSpPr>
        <a:xfrm>
          <a:off x="0" y="0"/>
          <a:ext cx="0" cy="0"/>
          <a:chOff x="0" y="0"/>
          <a:chExt cx="0" cy="0"/>
        </a:xfrm>
      </p:grpSpPr>
      <p:sp>
        <p:nvSpPr>
          <p:cNvPr id="1048605" name="Google Shape;106;p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360"/>
              </a:spcBef>
              <a:spcAft>
                <a:spcPts val="0"/>
              </a:spcAft>
              <a:buNone/>
            </a:pPr>
          </a:p>
        </p:txBody>
      </p:sp>
      <p:sp>
        <p:nvSpPr>
          <p:cNvPr id="1048606" name="Google Shape;107;p3: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2" name="Shape 105"/>
        <p:cNvGrpSpPr/>
        <p:nvPr/>
      </p:nvGrpSpPr>
      <p:grpSpPr>
        <a:xfrm>
          <a:off x="0" y="0"/>
          <a:ext cx="0" cy="0"/>
          <a:chOff x="0" y="0"/>
          <a:chExt cx="0" cy="0"/>
        </a:xfrm>
      </p:grpSpPr>
      <p:sp>
        <p:nvSpPr>
          <p:cNvPr id="1048605" name="Google Shape;106;p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360"/>
              </a:spcBef>
              <a:spcAft>
                <a:spcPts val="0"/>
              </a:spcAft>
              <a:buNone/>
            </a:pPr>
          </a:p>
        </p:txBody>
      </p:sp>
      <p:sp>
        <p:nvSpPr>
          <p:cNvPr id="1048606" name="Google Shape;107;p3: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2" name="Shape 105"/>
        <p:cNvGrpSpPr/>
        <p:nvPr/>
      </p:nvGrpSpPr>
      <p:grpSpPr>
        <a:xfrm>
          <a:off x="0" y="0"/>
          <a:ext cx="0" cy="0"/>
          <a:chOff x="0" y="0"/>
          <a:chExt cx="0" cy="0"/>
        </a:xfrm>
      </p:grpSpPr>
      <p:sp>
        <p:nvSpPr>
          <p:cNvPr id="1048605" name="Google Shape;106;p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360"/>
              </a:spcBef>
              <a:spcAft>
                <a:spcPts val="0"/>
              </a:spcAft>
              <a:buNone/>
            </a:pPr>
          </a:p>
        </p:txBody>
      </p:sp>
      <p:sp>
        <p:nvSpPr>
          <p:cNvPr id="1048606" name="Google Shape;107;p3: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2" name="Shape 105"/>
        <p:cNvGrpSpPr/>
        <p:nvPr/>
      </p:nvGrpSpPr>
      <p:grpSpPr>
        <a:xfrm>
          <a:off x="0" y="0"/>
          <a:ext cx="0" cy="0"/>
          <a:chOff x="0" y="0"/>
          <a:chExt cx="0" cy="0"/>
        </a:xfrm>
      </p:grpSpPr>
      <p:sp>
        <p:nvSpPr>
          <p:cNvPr id="1048605" name="Google Shape;106;p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360"/>
              </a:spcBef>
              <a:spcAft>
                <a:spcPts val="0"/>
              </a:spcAft>
              <a:buNone/>
            </a:pPr>
          </a:p>
        </p:txBody>
      </p:sp>
      <p:sp>
        <p:nvSpPr>
          <p:cNvPr id="1048606" name="Google Shape;107;p3: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2" name="Shape 105"/>
        <p:cNvGrpSpPr/>
        <p:nvPr/>
      </p:nvGrpSpPr>
      <p:grpSpPr>
        <a:xfrm>
          <a:off x="0" y="0"/>
          <a:ext cx="0" cy="0"/>
          <a:chOff x="0" y="0"/>
          <a:chExt cx="0" cy="0"/>
        </a:xfrm>
      </p:grpSpPr>
      <p:sp>
        <p:nvSpPr>
          <p:cNvPr id="1048605" name="Google Shape;106;p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360"/>
              </a:spcBef>
              <a:spcAft>
                <a:spcPts val="0"/>
              </a:spcAft>
              <a:buNone/>
            </a:pPr>
          </a:p>
        </p:txBody>
      </p:sp>
      <p:sp>
        <p:nvSpPr>
          <p:cNvPr id="1048606" name="Google Shape;107;p3: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2" name="Shape 105"/>
        <p:cNvGrpSpPr/>
        <p:nvPr/>
      </p:nvGrpSpPr>
      <p:grpSpPr>
        <a:xfrm>
          <a:off x="0" y="0"/>
          <a:ext cx="0" cy="0"/>
          <a:chOff x="0" y="0"/>
          <a:chExt cx="0" cy="0"/>
        </a:xfrm>
      </p:grpSpPr>
      <p:sp>
        <p:nvSpPr>
          <p:cNvPr id="1048605" name="Google Shape;106;p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360"/>
              </a:spcBef>
              <a:spcAft>
                <a:spcPts val="0"/>
              </a:spcAft>
              <a:buNone/>
            </a:pPr>
          </a:p>
        </p:txBody>
      </p:sp>
      <p:sp>
        <p:nvSpPr>
          <p:cNvPr id="1048606" name="Google Shape;107;p3: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2" name="Shape 105"/>
        <p:cNvGrpSpPr/>
        <p:nvPr/>
      </p:nvGrpSpPr>
      <p:grpSpPr>
        <a:xfrm>
          <a:off x="0" y="0"/>
          <a:ext cx="0" cy="0"/>
          <a:chOff x="0" y="0"/>
          <a:chExt cx="0" cy="0"/>
        </a:xfrm>
      </p:grpSpPr>
      <p:sp>
        <p:nvSpPr>
          <p:cNvPr id="1048605" name="Google Shape;106;p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360"/>
              </a:spcBef>
              <a:spcAft>
                <a:spcPts val="0"/>
              </a:spcAft>
              <a:buNone/>
            </a:pPr>
          </a:p>
        </p:txBody>
      </p:sp>
      <p:sp>
        <p:nvSpPr>
          <p:cNvPr id="1048606" name="Google Shape;107;p3: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2" name="Shape 105"/>
        <p:cNvGrpSpPr/>
        <p:nvPr/>
      </p:nvGrpSpPr>
      <p:grpSpPr>
        <a:xfrm>
          <a:off x="0" y="0"/>
          <a:ext cx="0" cy="0"/>
          <a:chOff x="0" y="0"/>
          <a:chExt cx="0" cy="0"/>
        </a:xfrm>
      </p:grpSpPr>
      <p:sp>
        <p:nvSpPr>
          <p:cNvPr id="1048605" name="Google Shape;106;p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360"/>
              </a:spcBef>
              <a:spcAft>
                <a:spcPts val="0"/>
              </a:spcAft>
              <a:buNone/>
            </a:pPr>
          </a:p>
        </p:txBody>
      </p:sp>
      <p:sp>
        <p:nvSpPr>
          <p:cNvPr id="1048606" name="Google Shape;107;p3: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2" name="Shape 105"/>
        <p:cNvGrpSpPr/>
        <p:nvPr/>
      </p:nvGrpSpPr>
      <p:grpSpPr>
        <a:xfrm>
          <a:off x="0" y="0"/>
          <a:ext cx="0" cy="0"/>
          <a:chOff x="0" y="0"/>
          <a:chExt cx="0" cy="0"/>
        </a:xfrm>
      </p:grpSpPr>
      <p:sp>
        <p:nvSpPr>
          <p:cNvPr id="1048605" name="Google Shape;106;p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360"/>
              </a:spcBef>
              <a:spcAft>
                <a:spcPts val="0"/>
              </a:spcAft>
              <a:buNone/>
            </a:pPr>
          </a:p>
        </p:txBody>
      </p:sp>
      <p:sp>
        <p:nvSpPr>
          <p:cNvPr id="1048606" name="Google Shape;107;p3: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2" name="Shape 105"/>
        <p:cNvGrpSpPr/>
        <p:nvPr/>
      </p:nvGrpSpPr>
      <p:grpSpPr>
        <a:xfrm>
          <a:off x="0" y="0"/>
          <a:ext cx="0" cy="0"/>
          <a:chOff x="0" y="0"/>
          <a:chExt cx="0" cy="0"/>
        </a:xfrm>
      </p:grpSpPr>
      <p:sp>
        <p:nvSpPr>
          <p:cNvPr id="1048605" name="Google Shape;106;p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360"/>
              </a:spcBef>
              <a:spcAft>
                <a:spcPts val="0"/>
              </a:spcAft>
              <a:buNone/>
            </a:pPr>
          </a:p>
        </p:txBody>
      </p:sp>
      <p:sp>
        <p:nvSpPr>
          <p:cNvPr id="1048606" name="Google Shape;107;p3: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2" name="Shape 105"/>
        <p:cNvGrpSpPr/>
        <p:nvPr/>
      </p:nvGrpSpPr>
      <p:grpSpPr>
        <a:xfrm>
          <a:off x="0" y="0"/>
          <a:ext cx="0" cy="0"/>
          <a:chOff x="0" y="0"/>
          <a:chExt cx="0" cy="0"/>
        </a:xfrm>
      </p:grpSpPr>
      <p:sp>
        <p:nvSpPr>
          <p:cNvPr id="1048605" name="Google Shape;106;p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360"/>
              </a:spcBef>
              <a:spcAft>
                <a:spcPts val="0"/>
              </a:spcAft>
              <a:buNone/>
            </a:pPr>
          </a:p>
        </p:txBody>
      </p:sp>
      <p:sp>
        <p:nvSpPr>
          <p:cNvPr id="1048606" name="Google Shape;107;p3: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2" name="Shape 105"/>
        <p:cNvGrpSpPr/>
        <p:nvPr/>
      </p:nvGrpSpPr>
      <p:grpSpPr>
        <a:xfrm>
          <a:off x="0" y="0"/>
          <a:ext cx="0" cy="0"/>
          <a:chOff x="0" y="0"/>
          <a:chExt cx="0" cy="0"/>
        </a:xfrm>
      </p:grpSpPr>
      <p:sp>
        <p:nvSpPr>
          <p:cNvPr id="1048605" name="Google Shape;106;p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360"/>
              </a:spcBef>
              <a:spcAft>
                <a:spcPts val="0"/>
              </a:spcAft>
              <a:buNone/>
            </a:pPr>
          </a:p>
        </p:txBody>
      </p:sp>
      <p:sp>
        <p:nvSpPr>
          <p:cNvPr id="1048606" name="Google Shape;107;p3: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2" name="Shape 105"/>
        <p:cNvGrpSpPr/>
        <p:nvPr/>
      </p:nvGrpSpPr>
      <p:grpSpPr>
        <a:xfrm>
          <a:off x="0" y="0"/>
          <a:ext cx="0" cy="0"/>
          <a:chOff x="0" y="0"/>
          <a:chExt cx="0" cy="0"/>
        </a:xfrm>
      </p:grpSpPr>
      <p:sp>
        <p:nvSpPr>
          <p:cNvPr id="1048605" name="Google Shape;106;p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360"/>
              </a:spcBef>
              <a:spcAft>
                <a:spcPts val="0"/>
              </a:spcAft>
              <a:buNone/>
            </a:pPr>
          </a:p>
        </p:txBody>
      </p:sp>
      <p:sp>
        <p:nvSpPr>
          <p:cNvPr id="1048606" name="Google Shape;107;p3: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2" name="Shape 105"/>
        <p:cNvGrpSpPr/>
        <p:nvPr/>
      </p:nvGrpSpPr>
      <p:grpSpPr>
        <a:xfrm>
          <a:off x="0" y="0"/>
          <a:ext cx="0" cy="0"/>
          <a:chOff x="0" y="0"/>
          <a:chExt cx="0" cy="0"/>
        </a:xfrm>
      </p:grpSpPr>
      <p:sp>
        <p:nvSpPr>
          <p:cNvPr id="1048605" name="Google Shape;106;p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360"/>
              </a:spcBef>
              <a:spcAft>
                <a:spcPts val="0"/>
              </a:spcAft>
              <a:buNone/>
            </a:pPr>
          </a:p>
        </p:txBody>
      </p:sp>
      <p:sp>
        <p:nvSpPr>
          <p:cNvPr id="1048606" name="Google Shape;107;p3: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2" name="Shape 105"/>
        <p:cNvGrpSpPr/>
        <p:nvPr/>
      </p:nvGrpSpPr>
      <p:grpSpPr>
        <a:xfrm>
          <a:off x="0" y="0"/>
          <a:ext cx="0" cy="0"/>
          <a:chOff x="0" y="0"/>
          <a:chExt cx="0" cy="0"/>
        </a:xfrm>
      </p:grpSpPr>
      <p:sp>
        <p:nvSpPr>
          <p:cNvPr id="1048605" name="Google Shape;106;p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360"/>
              </a:spcBef>
              <a:spcAft>
                <a:spcPts val="0"/>
              </a:spcAft>
              <a:buNone/>
            </a:pPr>
          </a:p>
        </p:txBody>
      </p:sp>
      <p:sp>
        <p:nvSpPr>
          <p:cNvPr id="1048606" name="Google Shape;107;p3: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2" name="Shape 105"/>
        <p:cNvGrpSpPr/>
        <p:nvPr/>
      </p:nvGrpSpPr>
      <p:grpSpPr>
        <a:xfrm>
          <a:off x="0" y="0"/>
          <a:ext cx="0" cy="0"/>
          <a:chOff x="0" y="0"/>
          <a:chExt cx="0" cy="0"/>
        </a:xfrm>
      </p:grpSpPr>
      <p:sp>
        <p:nvSpPr>
          <p:cNvPr id="1048605" name="Google Shape;106;p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360"/>
              </a:spcBef>
              <a:spcAft>
                <a:spcPts val="0"/>
              </a:spcAft>
              <a:buNone/>
            </a:pPr>
          </a:p>
        </p:txBody>
      </p:sp>
      <p:sp>
        <p:nvSpPr>
          <p:cNvPr id="1048606" name="Google Shape;107;p3: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2" name="Shape 105"/>
        <p:cNvGrpSpPr/>
        <p:nvPr/>
      </p:nvGrpSpPr>
      <p:grpSpPr>
        <a:xfrm>
          <a:off x="0" y="0"/>
          <a:ext cx="0" cy="0"/>
          <a:chOff x="0" y="0"/>
          <a:chExt cx="0" cy="0"/>
        </a:xfrm>
      </p:grpSpPr>
      <p:sp>
        <p:nvSpPr>
          <p:cNvPr id="1048605" name="Google Shape;106;p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360"/>
              </a:spcBef>
              <a:spcAft>
                <a:spcPts val="0"/>
              </a:spcAft>
              <a:buNone/>
            </a:pPr>
          </a:p>
        </p:txBody>
      </p:sp>
      <p:sp>
        <p:nvSpPr>
          <p:cNvPr id="1048606" name="Google Shape;107;p3: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2" name="Shape 105"/>
        <p:cNvGrpSpPr/>
        <p:nvPr/>
      </p:nvGrpSpPr>
      <p:grpSpPr>
        <a:xfrm>
          <a:off x="0" y="0"/>
          <a:ext cx="0" cy="0"/>
          <a:chOff x="0" y="0"/>
          <a:chExt cx="0" cy="0"/>
        </a:xfrm>
      </p:grpSpPr>
      <p:sp>
        <p:nvSpPr>
          <p:cNvPr id="1048605" name="Google Shape;106;p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360"/>
              </a:spcBef>
              <a:spcAft>
                <a:spcPts val="0"/>
              </a:spcAft>
              <a:buNone/>
            </a:pPr>
          </a:p>
        </p:txBody>
      </p:sp>
      <p:sp>
        <p:nvSpPr>
          <p:cNvPr id="1048606" name="Google Shape;107;p3: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2" name="Shape 105"/>
        <p:cNvGrpSpPr/>
        <p:nvPr/>
      </p:nvGrpSpPr>
      <p:grpSpPr>
        <a:xfrm>
          <a:off x="0" y="0"/>
          <a:ext cx="0" cy="0"/>
          <a:chOff x="0" y="0"/>
          <a:chExt cx="0" cy="0"/>
        </a:xfrm>
      </p:grpSpPr>
      <p:sp>
        <p:nvSpPr>
          <p:cNvPr id="1048605" name="Google Shape;106;p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360"/>
              </a:spcBef>
              <a:spcAft>
                <a:spcPts val="0"/>
              </a:spcAft>
              <a:buNone/>
            </a:pPr>
          </a:p>
        </p:txBody>
      </p:sp>
      <p:sp>
        <p:nvSpPr>
          <p:cNvPr id="1048606" name="Google Shape;107;p3: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2" name="Shape 105"/>
        <p:cNvGrpSpPr/>
        <p:nvPr/>
      </p:nvGrpSpPr>
      <p:grpSpPr>
        <a:xfrm>
          <a:off x="0" y="0"/>
          <a:ext cx="0" cy="0"/>
          <a:chOff x="0" y="0"/>
          <a:chExt cx="0" cy="0"/>
        </a:xfrm>
      </p:grpSpPr>
      <p:sp>
        <p:nvSpPr>
          <p:cNvPr id="1048605" name="Google Shape;106;p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360"/>
              </a:spcBef>
              <a:spcAft>
                <a:spcPts val="0"/>
              </a:spcAft>
              <a:buNone/>
            </a:pPr>
          </a:p>
        </p:txBody>
      </p:sp>
      <p:sp>
        <p:nvSpPr>
          <p:cNvPr id="1048606" name="Google Shape;107;p3: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2" name="Shape 105"/>
        <p:cNvGrpSpPr/>
        <p:nvPr/>
      </p:nvGrpSpPr>
      <p:grpSpPr>
        <a:xfrm>
          <a:off x="0" y="0"/>
          <a:ext cx="0" cy="0"/>
          <a:chOff x="0" y="0"/>
          <a:chExt cx="0" cy="0"/>
        </a:xfrm>
      </p:grpSpPr>
      <p:sp>
        <p:nvSpPr>
          <p:cNvPr id="1048605" name="Google Shape;106;p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360"/>
              </a:spcBef>
              <a:spcAft>
                <a:spcPts val="0"/>
              </a:spcAft>
              <a:buNone/>
            </a:pPr>
          </a:p>
        </p:txBody>
      </p:sp>
      <p:sp>
        <p:nvSpPr>
          <p:cNvPr id="1048606" name="Google Shape;107;p3: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2" name="Shape 105"/>
        <p:cNvGrpSpPr/>
        <p:nvPr/>
      </p:nvGrpSpPr>
      <p:grpSpPr>
        <a:xfrm>
          <a:off x="0" y="0"/>
          <a:ext cx="0" cy="0"/>
          <a:chOff x="0" y="0"/>
          <a:chExt cx="0" cy="0"/>
        </a:xfrm>
      </p:grpSpPr>
      <p:sp>
        <p:nvSpPr>
          <p:cNvPr id="1048605" name="Google Shape;106;p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360"/>
              </a:spcBef>
              <a:spcAft>
                <a:spcPts val="0"/>
              </a:spcAft>
              <a:buNone/>
            </a:pPr>
          </a:p>
        </p:txBody>
      </p:sp>
      <p:sp>
        <p:nvSpPr>
          <p:cNvPr id="1048606" name="Google Shape;107;p3: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2" name="Shape 105"/>
        <p:cNvGrpSpPr/>
        <p:nvPr/>
      </p:nvGrpSpPr>
      <p:grpSpPr>
        <a:xfrm>
          <a:off x="0" y="0"/>
          <a:ext cx="0" cy="0"/>
          <a:chOff x="0" y="0"/>
          <a:chExt cx="0" cy="0"/>
        </a:xfrm>
      </p:grpSpPr>
      <p:sp>
        <p:nvSpPr>
          <p:cNvPr id="1048605" name="Google Shape;106;p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360"/>
              </a:spcBef>
              <a:spcAft>
                <a:spcPts val="0"/>
              </a:spcAft>
              <a:buNone/>
            </a:pPr>
          </a:p>
        </p:txBody>
      </p:sp>
      <p:sp>
        <p:nvSpPr>
          <p:cNvPr id="1048606" name="Google Shape;107;p3: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2" name="Shape 105"/>
        <p:cNvGrpSpPr/>
        <p:nvPr/>
      </p:nvGrpSpPr>
      <p:grpSpPr>
        <a:xfrm>
          <a:off x="0" y="0"/>
          <a:ext cx="0" cy="0"/>
          <a:chOff x="0" y="0"/>
          <a:chExt cx="0" cy="0"/>
        </a:xfrm>
      </p:grpSpPr>
      <p:sp>
        <p:nvSpPr>
          <p:cNvPr id="1048605" name="Google Shape;106;p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360"/>
              </a:spcBef>
              <a:spcAft>
                <a:spcPts val="0"/>
              </a:spcAft>
              <a:buNone/>
            </a:pPr>
          </a:p>
        </p:txBody>
      </p:sp>
      <p:sp>
        <p:nvSpPr>
          <p:cNvPr id="1048606" name="Google Shape;107;p3: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2" name="Shape 105"/>
        <p:cNvGrpSpPr/>
        <p:nvPr/>
      </p:nvGrpSpPr>
      <p:grpSpPr>
        <a:xfrm>
          <a:off x="0" y="0"/>
          <a:ext cx="0" cy="0"/>
          <a:chOff x="0" y="0"/>
          <a:chExt cx="0" cy="0"/>
        </a:xfrm>
      </p:grpSpPr>
      <p:sp>
        <p:nvSpPr>
          <p:cNvPr id="1048605" name="Google Shape;106;p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360"/>
              </a:spcBef>
              <a:spcAft>
                <a:spcPts val="0"/>
              </a:spcAft>
              <a:buNone/>
            </a:pPr>
          </a:p>
        </p:txBody>
      </p:sp>
      <p:sp>
        <p:nvSpPr>
          <p:cNvPr id="1048606" name="Google Shape;107;p3: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2" name="Shape 105"/>
        <p:cNvGrpSpPr/>
        <p:nvPr/>
      </p:nvGrpSpPr>
      <p:grpSpPr>
        <a:xfrm>
          <a:off x="0" y="0"/>
          <a:ext cx="0" cy="0"/>
          <a:chOff x="0" y="0"/>
          <a:chExt cx="0" cy="0"/>
        </a:xfrm>
      </p:grpSpPr>
      <p:sp>
        <p:nvSpPr>
          <p:cNvPr id="1048605" name="Google Shape;106;p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360"/>
              </a:spcBef>
              <a:spcAft>
                <a:spcPts val="0"/>
              </a:spcAft>
              <a:buNone/>
            </a:pPr>
          </a:p>
        </p:txBody>
      </p:sp>
      <p:sp>
        <p:nvSpPr>
          <p:cNvPr id="1048606" name="Google Shape;107;p3: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2" name="Shape 105"/>
        <p:cNvGrpSpPr/>
        <p:nvPr/>
      </p:nvGrpSpPr>
      <p:grpSpPr>
        <a:xfrm>
          <a:off x="0" y="0"/>
          <a:ext cx="0" cy="0"/>
          <a:chOff x="0" y="0"/>
          <a:chExt cx="0" cy="0"/>
        </a:xfrm>
      </p:grpSpPr>
      <p:sp>
        <p:nvSpPr>
          <p:cNvPr id="1048605" name="Google Shape;106;p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360"/>
              </a:spcBef>
              <a:spcAft>
                <a:spcPts val="0"/>
              </a:spcAft>
              <a:buNone/>
            </a:pPr>
          </a:p>
        </p:txBody>
      </p:sp>
      <p:sp>
        <p:nvSpPr>
          <p:cNvPr id="1048606" name="Google Shape;107;p3: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2" name="Shape 105"/>
        <p:cNvGrpSpPr/>
        <p:nvPr/>
      </p:nvGrpSpPr>
      <p:grpSpPr>
        <a:xfrm>
          <a:off x="0" y="0"/>
          <a:ext cx="0" cy="0"/>
          <a:chOff x="0" y="0"/>
          <a:chExt cx="0" cy="0"/>
        </a:xfrm>
      </p:grpSpPr>
      <p:sp>
        <p:nvSpPr>
          <p:cNvPr id="1048605" name="Google Shape;106;p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360"/>
              </a:spcBef>
              <a:spcAft>
                <a:spcPts val="0"/>
              </a:spcAft>
              <a:buNone/>
            </a:pPr>
          </a:p>
        </p:txBody>
      </p:sp>
      <p:sp>
        <p:nvSpPr>
          <p:cNvPr id="1048606" name="Google Shape;107;p3: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2" name="Shape 105"/>
        <p:cNvGrpSpPr/>
        <p:nvPr/>
      </p:nvGrpSpPr>
      <p:grpSpPr>
        <a:xfrm>
          <a:off x="0" y="0"/>
          <a:ext cx="0" cy="0"/>
          <a:chOff x="0" y="0"/>
          <a:chExt cx="0" cy="0"/>
        </a:xfrm>
      </p:grpSpPr>
      <p:sp>
        <p:nvSpPr>
          <p:cNvPr id="1048605" name="Google Shape;106;p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360"/>
              </a:spcBef>
              <a:spcAft>
                <a:spcPts val="0"/>
              </a:spcAft>
              <a:buNone/>
            </a:pPr>
          </a:p>
        </p:txBody>
      </p:sp>
      <p:sp>
        <p:nvSpPr>
          <p:cNvPr id="1048606" name="Google Shape;107;p3: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2" name="Shape 105"/>
        <p:cNvGrpSpPr/>
        <p:nvPr/>
      </p:nvGrpSpPr>
      <p:grpSpPr>
        <a:xfrm>
          <a:off x="0" y="0"/>
          <a:ext cx="0" cy="0"/>
          <a:chOff x="0" y="0"/>
          <a:chExt cx="0" cy="0"/>
        </a:xfrm>
      </p:grpSpPr>
      <p:sp>
        <p:nvSpPr>
          <p:cNvPr id="1048605" name="Google Shape;106;p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360"/>
              </a:spcBef>
              <a:spcAft>
                <a:spcPts val="0"/>
              </a:spcAft>
              <a:buNone/>
            </a:pPr>
          </a:p>
        </p:txBody>
      </p:sp>
      <p:sp>
        <p:nvSpPr>
          <p:cNvPr id="1048606" name="Google Shape;107;p3: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2" name="Shape 105"/>
        <p:cNvGrpSpPr/>
        <p:nvPr/>
      </p:nvGrpSpPr>
      <p:grpSpPr>
        <a:xfrm>
          <a:off x="0" y="0"/>
          <a:ext cx="0" cy="0"/>
          <a:chOff x="0" y="0"/>
          <a:chExt cx="0" cy="0"/>
        </a:xfrm>
      </p:grpSpPr>
      <p:sp>
        <p:nvSpPr>
          <p:cNvPr id="1048605" name="Google Shape;106;p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360"/>
              </a:spcBef>
              <a:spcAft>
                <a:spcPts val="0"/>
              </a:spcAft>
              <a:buNone/>
            </a:pPr>
          </a:p>
        </p:txBody>
      </p:sp>
      <p:sp>
        <p:nvSpPr>
          <p:cNvPr id="1048606" name="Google Shape;107;p3: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2" name="Shape 105"/>
        <p:cNvGrpSpPr/>
        <p:nvPr/>
      </p:nvGrpSpPr>
      <p:grpSpPr>
        <a:xfrm>
          <a:off x="0" y="0"/>
          <a:ext cx="0" cy="0"/>
          <a:chOff x="0" y="0"/>
          <a:chExt cx="0" cy="0"/>
        </a:xfrm>
      </p:grpSpPr>
      <p:sp>
        <p:nvSpPr>
          <p:cNvPr id="1048605" name="Google Shape;106;p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360"/>
              </a:spcBef>
              <a:spcAft>
                <a:spcPts val="0"/>
              </a:spcAft>
              <a:buNone/>
            </a:pPr>
          </a:p>
        </p:txBody>
      </p:sp>
      <p:sp>
        <p:nvSpPr>
          <p:cNvPr id="1048606" name="Google Shape;107;p3: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PhAnim="0" showMasterSp="0">
  <p:cSld>
    <p:spTree>
      <p:nvGrpSpPr>
        <p:cNvPr id="324" name="Shape 822"/>
        <p:cNvGrpSpPr/>
        <p:nvPr/>
      </p:nvGrpSpPr>
      <p:grpSpPr>
        <a:xfrm>
          <a:off x="0" y="0"/>
          <a:ext cx="0" cy="0"/>
          <a:chOff x="0" y="0"/>
          <a:chExt cx="0" cy="0"/>
        </a:xfrm>
      </p:grpSpPr>
      <p:sp>
        <p:nvSpPr>
          <p:cNvPr id="1049001" name="Google Shape;823;p77: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360"/>
              </a:spcBef>
              <a:spcAft>
                <a:spcPts val="0"/>
              </a:spcAft>
              <a:buNone/>
            </a:pPr>
          </a:p>
        </p:txBody>
      </p:sp>
      <p:sp>
        <p:nvSpPr>
          <p:cNvPr id="1049002" name="Google Shape;824;p77:notes"/>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24" name="Shape 15"/>
        <p:cNvGrpSpPr/>
        <p:nvPr/>
      </p:nvGrpSpPr>
      <p:grpSpPr>
        <a:xfrm>
          <a:off x="0" y="0"/>
          <a:ext cx="0" cy="0"/>
          <a:chOff x="0" y="0"/>
          <a:chExt cx="0" cy="0"/>
        </a:xfrm>
      </p:grpSpPr>
      <p:sp>
        <p:nvSpPr>
          <p:cNvPr id="1048581" name="Google Shape;16;p79"/>
          <p:cNvSpPr txBox="1"/>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ctr">
              <a:spcBef>
                <a:spcPts val="0"/>
              </a:spcBef>
              <a:spcAft>
                <a:spcPts val="0"/>
              </a:spcAft>
              <a:buSzPts val="1400"/>
              <a:buNone/>
            </a:lvl2pPr>
            <a:lvl3pPr lvl="2" algn="ctr">
              <a:spcBef>
                <a:spcPts val="0"/>
              </a:spcBef>
              <a:spcAft>
                <a:spcPts val="0"/>
              </a:spcAft>
              <a:buSzPts val="1400"/>
              <a:buNone/>
            </a:lvl3pPr>
            <a:lvl4pPr lvl="3" algn="ctr">
              <a:spcBef>
                <a:spcPts val="0"/>
              </a:spcBef>
              <a:spcAft>
                <a:spcPts val="0"/>
              </a:spcAft>
              <a:buSzPts val="1400"/>
              <a:buNone/>
            </a:lvl4pPr>
            <a:lvl5pPr lvl="4" algn="ctr">
              <a:spcBef>
                <a:spcPts val="0"/>
              </a:spcBef>
              <a:spcAft>
                <a:spcPts val="0"/>
              </a:spcAft>
              <a:buSzPts val="1400"/>
              <a:buNone/>
            </a:lvl5pPr>
            <a:lvl6pPr lvl="5" algn="ctr">
              <a:spcBef>
                <a:spcPts val="0"/>
              </a:spcBef>
              <a:spcAft>
                <a:spcPts val="0"/>
              </a:spcAft>
              <a:buSzPts val="1400"/>
              <a:buNone/>
            </a:lvl6pPr>
            <a:lvl7pPr lvl="6" algn="ctr">
              <a:spcBef>
                <a:spcPts val="0"/>
              </a:spcBef>
              <a:spcAft>
                <a:spcPts val="0"/>
              </a:spcAft>
              <a:buSzPts val="1400"/>
              <a:buNone/>
            </a:lvl7pPr>
            <a:lvl8pPr lvl="7" algn="ctr">
              <a:spcBef>
                <a:spcPts val="0"/>
              </a:spcBef>
              <a:spcAft>
                <a:spcPts val="0"/>
              </a:spcAft>
              <a:buSzPts val="1400"/>
              <a:buNone/>
            </a:lvl8pPr>
            <a:lvl9pPr lvl="8" algn="ctr">
              <a:spcBef>
                <a:spcPts val="0"/>
              </a:spcBef>
              <a:spcAft>
                <a:spcPts val="0"/>
              </a:spcAft>
              <a:buSzPts val="1400"/>
              <a:buNone/>
            </a:lvl9pPr>
          </a:lstStyle>
          <a:p/>
        </p:txBody>
      </p:sp>
      <p:sp>
        <p:nvSpPr>
          <p:cNvPr id="1048582" name="Google Shape;17;p79"/>
          <p:cNvSpPr txBox="1"/>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048583" name="Google Shape;18;p79"/>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584" name="Google Shape;19;p79"/>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585" name="Google Shape;20;p79"/>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0" marR="0" lvl="1" indent="0" algn="r">
              <a:spcBef>
                <a:spcPts val="0"/>
              </a:spcBef>
              <a:spcAft>
                <a:spcPts val="0"/>
              </a:spcAft>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0" marR="0" lvl="2" indent="0" algn="r">
              <a:spcBef>
                <a:spcPts val="0"/>
              </a:spcBef>
              <a:spcAft>
                <a:spcPts val="0"/>
              </a:spcAft>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0" marR="0" lvl="3" indent="0" algn="r">
              <a:spcBef>
                <a:spcPts val="0"/>
              </a:spcBef>
              <a:spcAft>
                <a:spcPts val="0"/>
              </a:spcAft>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0" marR="0" lvl="4" indent="0" algn="r">
              <a:spcBef>
                <a:spcPts val="0"/>
              </a:spcBef>
              <a:spcAft>
                <a:spcPts val="0"/>
              </a:spcAft>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0" marR="0" lvl="5" indent="0" algn="r">
              <a:spcBef>
                <a:spcPts val="0"/>
              </a:spcBef>
              <a:spcAft>
                <a:spcPts val="0"/>
              </a:spcAft>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0" marR="0" lvl="6" indent="0" algn="r">
              <a:spcBef>
                <a:spcPts val="0"/>
              </a:spcBef>
              <a:spcAft>
                <a:spcPts val="0"/>
              </a:spcAft>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0" marR="0" lvl="7" indent="0" algn="r">
              <a:spcBef>
                <a:spcPts val="0"/>
              </a:spcBef>
              <a:spcAft>
                <a:spcPts val="0"/>
              </a:spcAft>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0" marR="0" lvl="8" indent="0" algn="r">
              <a:spcBef>
                <a:spcPts val="0"/>
              </a:spcBef>
              <a:spcAft>
                <a:spcPts val="0"/>
              </a:spcAft>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96" name="Shape 21"/>
        <p:cNvGrpSpPr/>
        <p:nvPr/>
      </p:nvGrpSpPr>
      <p:grpSpPr>
        <a:xfrm>
          <a:off x="0" y="0"/>
          <a:ext cx="0" cy="0"/>
          <a:chOff x="0" y="0"/>
          <a:chExt cx="0" cy="0"/>
        </a:xfrm>
      </p:grpSpPr>
      <p:sp>
        <p:nvSpPr>
          <p:cNvPr id="1048592" name="Google Shape;22;p80"/>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ctr">
              <a:spcBef>
                <a:spcPts val="0"/>
              </a:spcBef>
              <a:spcAft>
                <a:spcPts val="0"/>
              </a:spcAft>
              <a:buSzPts val="1400"/>
              <a:buNone/>
            </a:lvl2pPr>
            <a:lvl3pPr lvl="2" algn="ctr">
              <a:spcBef>
                <a:spcPts val="0"/>
              </a:spcBef>
              <a:spcAft>
                <a:spcPts val="0"/>
              </a:spcAft>
              <a:buSzPts val="1400"/>
              <a:buNone/>
            </a:lvl3pPr>
            <a:lvl4pPr lvl="3" algn="ctr">
              <a:spcBef>
                <a:spcPts val="0"/>
              </a:spcBef>
              <a:spcAft>
                <a:spcPts val="0"/>
              </a:spcAft>
              <a:buSzPts val="1400"/>
              <a:buNone/>
            </a:lvl4pPr>
            <a:lvl5pPr lvl="4" algn="ctr">
              <a:spcBef>
                <a:spcPts val="0"/>
              </a:spcBef>
              <a:spcAft>
                <a:spcPts val="0"/>
              </a:spcAft>
              <a:buSzPts val="1400"/>
              <a:buNone/>
            </a:lvl5pPr>
            <a:lvl6pPr lvl="5" algn="ctr">
              <a:spcBef>
                <a:spcPts val="0"/>
              </a:spcBef>
              <a:spcAft>
                <a:spcPts val="0"/>
              </a:spcAft>
              <a:buSzPts val="1400"/>
              <a:buNone/>
            </a:lvl6pPr>
            <a:lvl7pPr lvl="6" algn="ctr">
              <a:spcBef>
                <a:spcPts val="0"/>
              </a:spcBef>
              <a:spcAft>
                <a:spcPts val="0"/>
              </a:spcAft>
              <a:buSzPts val="1400"/>
              <a:buNone/>
            </a:lvl7pPr>
            <a:lvl8pPr lvl="7" algn="ctr">
              <a:spcBef>
                <a:spcPts val="0"/>
              </a:spcBef>
              <a:spcAft>
                <a:spcPts val="0"/>
              </a:spcAft>
              <a:buSzPts val="1400"/>
              <a:buNone/>
            </a:lvl8pPr>
            <a:lvl9pPr lvl="8" algn="ctr">
              <a:spcBef>
                <a:spcPts val="0"/>
              </a:spcBef>
              <a:spcAft>
                <a:spcPts val="0"/>
              </a:spcAft>
              <a:buSzPts val="1400"/>
              <a:buNone/>
            </a:lvl9pPr>
          </a:lstStyle>
          <a:p/>
        </p:txBody>
      </p:sp>
      <p:sp>
        <p:nvSpPr>
          <p:cNvPr id="1048593" name="Google Shape;23;p80"/>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lvl1pPr>
            <a:lvl2pPr marL="914400" lvl="1" indent="-342900" algn="l">
              <a:spcBef>
                <a:spcPts val="360"/>
              </a:spcBef>
              <a:spcAft>
                <a:spcPts val="0"/>
              </a:spcAft>
              <a:buClr>
                <a:schemeClr val="dk1"/>
              </a:buClr>
              <a:buSzPts val="1800"/>
              <a:buChar char="–"/>
            </a:lvl2pPr>
            <a:lvl3pPr marL="1371600" lvl="2" indent="-342900" algn="l">
              <a:spcBef>
                <a:spcPts val="360"/>
              </a:spcBef>
              <a:spcAft>
                <a:spcPts val="0"/>
              </a:spcAft>
              <a:buClr>
                <a:schemeClr val="dk1"/>
              </a:buClr>
              <a:buSzPts val="1800"/>
              <a:buChar char="•"/>
            </a:lvl3pPr>
            <a:lvl4pPr marL="1828800" lvl="3" indent="-342900" algn="l">
              <a:spcBef>
                <a:spcPts val="360"/>
              </a:spcBef>
              <a:spcAft>
                <a:spcPts val="0"/>
              </a:spcAft>
              <a:buClr>
                <a:schemeClr val="dk1"/>
              </a:buClr>
              <a:buSzPts val="1800"/>
              <a:buChar char="–"/>
            </a:lvl4pPr>
            <a:lvl5pPr marL="2286000" lvl="4" indent="-342900" algn="l">
              <a:spcBef>
                <a:spcPts val="360"/>
              </a:spcBef>
              <a:spcAft>
                <a:spcPts val="0"/>
              </a:spcAft>
              <a:buClr>
                <a:schemeClr val="dk1"/>
              </a:buClr>
              <a:buSzPts val="1800"/>
              <a:buChar char="»"/>
            </a:lvl5pPr>
            <a:lvl6pPr marL="2743200" lvl="5" indent="-342900" algn="l">
              <a:spcBef>
                <a:spcPts val="360"/>
              </a:spcBef>
              <a:spcAft>
                <a:spcPts val="0"/>
              </a:spcAft>
              <a:buClr>
                <a:schemeClr val="dk1"/>
              </a:buClr>
              <a:buSzPts val="1800"/>
              <a:buChar char="•"/>
            </a:lvl6pPr>
            <a:lvl7pPr marL="3200400" lvl="6" indent="-342900" algn="l">
              <a:spcBef>
                <a:spcPts val="360"/>
              </a:spcBef>
              <a:spcAft>
                <a:spcPts val="0"/>
              </a:spcAft>
              <a:buClr>
                <a:schemeClr val="dk1"/>
              </a:buClr>
              <a:buSzPts val="1800"/>
              <a:buChar char="•"/>
            </a:lvl7pPr>
            <a:lvl8pPr marL="3657600" lvl="7" indent="-342900" algn="l">
              <a:spcBef>
                <a:spcPts val="360"/>
              </a:spcBef>
              <a:spcAft>
                <a:spcPts val="0"/>
              </a:spcAft>
              <a:buClr>
                <a:schemeClr val="dk1"/>
              </a:buClr>
              <a:buSzPts val="1800"/>
              <a:buChar char="•"/>
            </a:lvl8pPr>
            <a:lvl9pPr marL="4114800" lvl="8" indent="-342900" algn="l">
              <a:spcBef>
                <a:spcPts val="360"/>
              </a:spcBef>
              <a:spcAft>
                <a:spcPts val="0"/>
              </a:spcAft>
              <a:buClr>
                <a:schemeClr val="dk1"/>
              </a:buClr>
              <a:buSzPts val="1800"/>
              <a:buChar char="•"/>
            </a:lvl9pPr>
          </a:lstStyle>
          <a:p/>
        </p:txBody>
      </p:sp>
      <p:sp>
        <p:nvSpPr>
          <p:cNvPr id="1048594" name="Google Shape;24;p80"/>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595" name="Google Shape;25;p80"/>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596" name="Google Shape;26;p80"/>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0" marR="0" lvl="1" indent="0" algn="r">
              <a:spcBef>
                <a:spcPts val="0"/>
              </a:spcBef>
              <a:spcAft>
                <a:spcPts val="0"/>
              </a:spcAft>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0" marR="0" lvl="2" indent="0" algn="r">
              <a:spcBef>
                <a:spcPts val="0"/>
              </a:spcBef>
              <a:spcAft>
                <a:spcPts val="0"/>
              </a:spcAft>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0" marR="0" lvl="3" indent="0" algn="r">
              <a:spcBef>
                <a:spcPts val="0"/>
              </a:spcBef>
              <a:spcAft>
                <a:spcPts val="0"/>
              </a:spcAft>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0" marR="0" lvl="4" indent="0" algn="r">
              <a:spcBef>
                <a:spcPts val="0"/>
              </a:spcBef>
              <a:spcAft>
                <a:spcPts val="0"/>
              </a:spcAft>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0" marR="0" lvl="5" indent="0" algn="r">
              <a:spcBef>
                <a:spcPts val="0"/>
              </a:spcBef>
              <a:spcAft>
                <a:spcPts val="0"/>
              </a:spcAft>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0" marR="0" lvl="6" indent="0" algn="r">
              <a:spcBef>
                <a:spcPts val="0"/>
              </a:spcBef>
              <a:spcAft>
                <a:spcPts val="0"/>
              </a:spcAft>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0" marR="0" lvl="7" indent="0" algn="r">
              <a:spcBef>
                <a:spcPts val="0"/>
              </a:spcBef>
              <a:spcAft>
                <a:spcPts val="0"/>
              </a:spcAft>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0" marR="0" lvl="8" indent="0" algn="r">
              <a:spcBef>
                <a:spcPts val="0"/>
              </a:spcBef>
              <a:spcAft>
                <a:spcPts val="0"/>
              </a:spcAft>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329" name="Shape 27"/>
        <p:cNvGrpSpPr/>
        <p:nvPr/>
      </p:nvGrpSpPr>
      <p:grpSpPr>
        <a:xfrm>
          <a:off x="0" y="0"/>
          <a:ext cx="0" cy="0"/>
          <a:chOff x="0" y="0"/>
          <a:chExt cx="0" cy="0"/>
        </a:xfrm>
      </p:grpSpPr>
      <p:sp>
        <p:nvSpPr>
          <p:cNvPr id="1049023" name="Google Shape;28;p81"/>
          <p:cNvSpPr txBox="1"/>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lvl2pPr>
            <a:lvl3pPr lvl="2" algn="ctr">
              <a:spcBef>
                <a:spcPts val="0"/>
              </a:spcBef>
              <a:spcAft>
                <a:spcPts val="0"/>
              </a:spcAft>
              <a:buSzPts val="1400"/>
              <a:buNone/>
            </a:lvl3pPr>
            <a:lvl4pPr lvl="3" algn="ctr">
              <a:spcBef>
                <a:spcPts val="0"/>
              </a:spcBef>
              <a:spcAft>
                <a:spcPts val="0"/>
              </a:spcAft>
              <a:buSzPts val="1400"/>
              <a:buNone/>
            </a:lvl4pPr>
            <a:lvl5pPr lvl="4" algn="ctr">
              <a:spcBef>
                <a:spcPts val="0"/>
              </a:spcBef>
              <a:spcAft>
                <a:spcPts val="0"/>
              </a:spcAft>
              <a:buSzPts val="1400"/>
              <a:buNone/>
            </a:lvl5pPr>
            <a:lvl6pPr lvl="5" algn="ctr">
              <a:spcBef>
                <a:spcPts val="0"/>
              </a:spcBef>
              <a:spcAft>
                <a:spcPts val="0"/>
              </a:spcAft>
              <a:buSzPts val="1400"/>
              <a:buNone/>
            </a:lvl6pPr>
            <a:lvl7pPr lvl="6" algn="ctr">
              <a:spcBef>
                <a:spcPts val="0"/>
              </a:spcBef>
              <a:spcAft>
                <a:spcPts val="0"/>
              </a:spcAft>
              <a:buSzPts val="1400"/>
              <a:buNone/>
            </a:lvl7pPr>
            <a:lvl8pPr lvl="7" algn="ctr">
              <a:spcBef>
                <a:spcPts val="0"/>
              </a:spcBef>
              <a:spcAft>
                <a:spcPts val="0"/>
              </a:spcAft>
              <a:buSzPts val="1400"/>
              <a:buNone/>
            </a:lvl8pPr>
            <a:lvl9pPr lvl="8" algn="ctr">
              <a:spcBef>
                <a:spcPts val="0"/>
              </a:spcBef>
              <a:spcAft>
                <a:spcPts val="0"/>
              </a:spcAft>
              <a:buSzPts val="1400"/>
              <a:buNone/>
            </a:lvl9pPr>
          </a:lstStyle>
          <a:p/>
        </p:txBody>
      </p:sp>
      <p:sp>
        <p:nvSpPr>
          <p:cNvPr id="1049024" name="Google Shape;29;p81"/>
          <p:cNvSpPr txBox="1"/>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p:txBody>
      </p:sp>
      <p:sp>
        <p:nvSpPr>
          <p:cNvPr id="1049025" name="Google Shape;30;p81"/>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9026" name="Google Shape;31;p81"/>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9027" name="Google Shape;32;p81"/>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1pPr>
            <a:lvl2pPr marL="0" marR="0" lvl="1"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2pPr>
            <a:lvl3pPr marL="0" marR="0" lvl="2"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3pPr>
            <a:lvl4pPr marL="0" marR="0" lvl="3"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4pPr>
            <a:lvl5pPr marL="0" marR="0" lvl="4"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5pPr>
            <a:lvl6pPr marL="0" marR="0" lvl="5"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6pPr>
            <a:lvl7pPr marL="0" marR="0" lvl="6"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7pPr>
            <a:lvl8pPr marL="0" marR="0" lvl="7"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8pPr>
            <a:lvl9pPr marL="0" marR="0" lvl="8"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330" name="Shape 33"/>
        <p:cNvGrpSpPr/>
        <p:nvPr/>
      </p:nvGrpSpPr>
      <p:grpSpPr>
        <a:xfrm>
          <a:off x="0" y="0"/>
          <a:ext cx="0" cy="0"/>
          <a:chOff x="0" y="0"/>
          <a:chExt cx="0" cy="0"/>
        </a:xfrm>
      </p:grpSpPr>
      <p:sp>
        <p:nvSpPr>
          <p:cNvPr id="1049028" name="Google Shape;34;p82"/>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ctr">
              <a:spcBef>
                <a:spcPts val="0"/>
              </a:spcBef>
              <a:spcAft>
                <a:spcPts val="0"/>
              </a:spcAft>
              <a:buSzPts val="1400"/>
              <a:buNone/>
            </a:lvl2pPr>
            <a:lvl3pPr lvl="2" algn="ctr">
              <a:spcBef>
                <a:spcPts val="0"/>
              </a:spcBef>
              <a:spcAft>
                <a:spcPts val="0"/>
              </a:spcAft>
              <a:buSzPts val="1400"/>
              <a:buNone/>
            </a:lvl3pPr>
            <a:lvl4pPr lvl="3" algn="ctr">
              <a:spcBef>
                <a:spcPts val="0"/>
              </a:spcBef>
              <a:spcAft>
                <a:spcPts val="0"/>
              </a:spcAft>
              <a:buSzPts val="1400"/>
              <a:buNone/>
            </a:lvl4pPr>
            <a:lvl5pPr lvl="4" algn="ctr">
              <a:spcBef>
                <a:spcPts val="0"/>
              </a:spcBef>
              <a:spcAft>
                <a:spcPts val="0"/>
              </a:spcAft>
              <a:buSzPts val="1400"/>
              <a:buNone/>
            </a:lvl5pPr>
            <a:lvl6pPr lvl="5" algn="ctr">
              <a:spcBef>
                <a:spcPts val="0"/>
              </a:spcBef>
              <a:spcAft>
                <a:spcPts val="0"/>
              </a:spcAft>
              <a:buSzPts val="1400"/>
              <a:buNone/>
            </a:lvl6pPr>
            <a:lvl7pPr lvl="6" algn="ctr">
              <a:spcBef>
                <a:spcPts val="0"/>
              </a:spcBef>
              <a:spcAft>
                <a:spcPts val="0"/>
              </a:spcAft>
              <a:buSzPts val="1400"/>
              <a:buNone/>
            </a:lvl7pPr>
            <a:lvl8pPr lvl="7" algn="ctr">
              <a:spcBef>
                <a:spcPts val="0"/>
              </a:spcBef>
              <a:spcAft>
                <a:spcPts val="0"/>
              </a:spcAft>
              <a:buSzPts val="1400"/>
              <a:buNone/>
            </a:lvl8pPr>
            <a:lvl9pPr lvl="8" algn="ctr">
              <a:spcBef>
                <a:spcPts val="0"/>
              </a:spcBef>
              <a:spcAft>
                <a:spcPts val="0"/>
              </a:spcAft>
              <a:buSzPts val="1400"/>
              <a:buNone/>
            </a:lvl9pPr>
          </a:lstStyle>
          <a:p/>
        </p:txBody>
      </p:sp>
      <p:sp>
        <p:nvSpPr>
          <p:cNvPr id="1049029" name="Google Shape;35;p82"/>
          <p:cNvSpPr txBox="1"/>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p:txBody>
      </p:sp>
      <p:sp>
        <p:nvSpPr>
          <p:cNvPr id="1049030" name="Google Shape;36;p82"/>
          <p:cNvSpPr txBox="1"/>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p:txBody>
      </p:sp>
      <p:sp>
        <p:nvSpPr>
          <p:cNvPr id="1049031" name="Google Shape;37;p82"/>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9032" name="Google Shape;38;p82"/>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9033" name="Google Shape;39;p82"/>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1pPr>
            <a:lvl2pPr marL="0" marR="0" lvl="1"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2pPr>
            <a:lvl3pPr marL="0" marR="0" lvl="2"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3pPr>
            <a:lvl4pPr marL="0" marR="0" lvl="3"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4pPr>
            <a:lvl5pPr marL="0" marR="0" lvl="4"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5pPr>
            <a:lvl6pPr marL="0" marR="0" lvl="5"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6pPr>
            <a:lvl7pPr marL="0" marR="0" lvl="6"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7pPr>
            <a:lvl8pPr marL="0" marR="0" lvl="7"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8pPr>
            <a:lvl9pPr marL="0" marR="0" lvl="8"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331" name="Shape 40"/>
        <p:cNvGrpSpPr/>
        <p:nvPr/>
      </p:nvGrpSpPr>
      <p:grpSpPr>
        <a:xfrm>
          <a:off x="0" y="0"/>
          <a:ext cx="0" cy="0"/>
          <a:chOff x="0" y="0"/>
          <a:chExt cx="0" cy="0"/>
        </a:xfrm>
      </p:grpSpPr>
      <p:sp>
        <p:nvSpPr>
          <p:cNvPr id="1049034" name="Google Shape;41;p83"/>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ctr">
              <a:spcBef>
                <a:spcPts val="0"/>
              </a:spcBef>
              <a:spcAft>
                <a:spcPts val="0"/>
              </a:spcAft>
              <a:buSzPts val="1400"/>
              <a:buNone/>
            </a:lvl2pPr>
            <a:lvl3pPr lvl="2" algn="ctr">
              <a:spcBef>
                <a:spcPts val="0"/>
              </a:spcBef>
              <a:spcAft>
                <a:spcPts val="0"/>
              </a:spcAft>
              <a:buSzPts val="1400"/>
              <a:buNone/>
            </a:lvl3pPr>
            <a:lvl4pPr lvl="3" algn="ctr">
              <a:spcBef>
                <a:spcPts val="0"/>
              </a:spcBef>
              <a:spcAft>
                <a:spcPts val="0"/>
              </a:spcAft>
              <a:buSzPts val="1400"/>
              <a:buNone/>
            </a:lvl4pPr>
            <a:lvl5pPr lvl="4" algn="ctr">
              <a:spcBef>
                <a:spcPts val="0"/>
              </a:spcBef>
              <a:spcAft>
                <a:spcPts val="0"/>
              </a:spcAft>
              <a:buSzPts val="1400"/>
              <a:buNone/>
            </a:lvl5pPr>
            <a:lvl6pPr lvl="5" algn="ctr">
              <a:spcBef>
                <a:spcPts val="0"/>
              </a:spcBef>
              <a:spcAft>
                <a:spcPts val="0"/>
              </a:spcAft>
              <a:buSzPts val="1400"/>
              <a:buNone/>
            </a:lvl6pPr>
            <a:lvl7pPr lvl="6" algn="ctr">
              <a:spcBef>
                <a:spcPts val="0"/>
              </a:spcBef>
              <a:spcAft>
                <a:spcPts val="0"/>
              </a:spcAft>
              <a:buSzPts val="1400"/>
              <a:buNone/>
            </a:lvl7pPr>
            <a:lvl8pPr lvl="7" algn="ctr">
              <a:spcBef>
                <a:spcPts val="0"/>
              </a:spcBef>
              <a:spcAft>
                <a:spcPts val="0"/>
              </a:spcAft>
              <a:buSzPts val="1400"/>
              <a:buNone/>
            </a:lvl8pPr>
            <a:lvl9pPr lvl="8" algn="ctr">
              <a:spcBef>
                <a:spcPts val="0"/>
              </a:spcBef>
              <a:spcAft>
                <a:spcPts val="0"/>
              </a:spcAft>
              <a:buSzPts val="1400"/>
              <a:buNone/>
            </a:lvl9pPr>
          </a:lstStyle>
          <a:p/>
        </p:txBody>
      </p:sp>
      <p:sp>
        <p:nvSpPr>
          <p:cNvPr id="1049035" name="Google Shape;42;p83"/>
          <p:cNvSpPr txBox="1"/>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p:txBody>
      </p:sp>
      <p:sp>
        <p:nvSpPr>
          <p:cNvPr id="1049036" name="Google Shape;43;p83"/>
          <p:cNvSpPr txBox="1"/>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p:txBody>
      </p:sp>
      <p:sp>
        <p:nvSpPr>
          <p:cNvPr id="1049037" name="Google Shape;44;p83"/>
          <p:cNvSpPr txBox="1"/>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p:txBody>
      </p:sp>
      <p:sp>
        <p:nvSpPr>
          <p:cNvPr id="1049038" name="Google Shape;45;p83"/>
          <p:cNvSpPr txBox="1"/>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p:txBody>
      </p:sp>
      <p:sp>
        <p:nvSpPr>
          <p:cNvPr id="1049039" name="Google Shape;46;p83"/>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9040" name="Google Shape;47;p83"/>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9041" name="Google Shape;48;p83"/>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1pPr>
            <a:lvl2pPr marL="0" marR="0" lvl="1"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2pPr>
            <a:lvl3pPr marL="0" marR="0" lvl="2"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3pPr>
            <a:lvl4pPr marL="0" marR="0" lvl="3"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4pPr>
            <a:lvl5pPr marL="0" marR="0" lvl="4"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5pPr>
            <a:lvl6pPr marL="0" marR="0" lvl="5"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6pPr>
            <a:lvl7pPr marL="0" marR="0" lvl="6"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7pPr>
            <a:lvl8pPr marL="0" marR="0" lvl="7"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8pPr>
            <a:lvl9pPr marL="0" marR="0" lvl="8"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325" name="Shape 49"/>
        <p:cNvGrpSpPr/>
        <p:nvPr/>
      </p:nvGrpSpPr>
      <p:grpSpPr>
        <a:xfrm>
          <a:off x="0" y="0"/>
          <a:ext cx="0" cy="0"/>
          <a:chOff x="0" y="0"/>
          <a:chExt cx="0" cy="0"/>
        </a:xfrm>
      </p:grpSpPr>
      <p:sp>
        <p:nvSpPr>
          <p:cNvPr id="1049003" name="Google Shape;50;p84"/>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ctr">
              <a:spcBef>
                <a:spcPts val="0"/>
              </a:spcBef>
              <a:spcAft>
                <a:spcPts val="0"/>
              </a:spcAft>
              <a:buSzPts val="1400"/>
              <a:buNone/>
            </a:lvl2pPr>
            <a:lvl3pPr lvl="2" algn="ctr">
              <a:spcBef>
                <a:spcPts val="0"/>
              </a:spcBef>
              <a:spcAft>
                <a:spcPts val="0"/>
              </a:spcAft>
              <a:buSzPts val="1400"/>
              <a:buNone/>
            </a:lvl3pPr>
            <a:lvl4pPr lvl="3" algn="ctr">
              <a:spcBef>
                <a:spcPts val="0"/>
              </a:spcBef>
              <a:spcAft>
                <a:spcPts val="0"/>
              </a:spcAft>
              <a:buSzPts val="1400"/>
              <a:buNone/>
            </a:lvl4pPr>
            <a:lvl5pPr lvl="4" algn="ctr">
              <a:spcBef>
                <a:spcPts val="0"/>
              </a:spcBef>
              <a:spcAft>
                <a:spcPts val="0"/>
              </a:spcAft>
              <a:buSzPts val="1400"/>
              <a:buNone/>
            </a:lvl5pPr>
            <a:lvl6pPr lvl="5" algn="ctr">
              <a:spcBef>
                <a:spcPts val="0"/>
              </a:spcBef>
              <a:spcAft>
                <a:spcPts val="0"/>
              </a:spcAft>
              <a:buSzPts val="1400"/>
              <a:buNone/>
            </a:lvl6pPr>
            <a:lvl7pPr lvl="6" algn="ctr">
              <a:spcBef>
                <a:spcPts val="0"/>
              </a:spcBef>
              <a:spcAft>
                <a:spcPts val="0"/>
              </a:spcAft>
              <a:buSzPts val="1400"/>
              <a:buNone/>
            </a:lvl7pPr>
            <a:lvl8pPr lvl="7" algn="ctr">
              <a:spcBef>
                <a:spcPts val="0"/>
              </a:spcBef>
              <a:spcAft>
                <a:spcPts val="0"/>
              </a:spcAft>
              <a:buSzPts val="1400"/>
              <a:buNone/>
            </a:lvl8pPr>
            <a:lvl9pPr lvl="8" algn="ctr">
              <a:spcBef>
                <a:spcPts val="0"/>
              </a:spcBef>
              <a:spcAft>
                <a:spcPts val="0"/>
              </a:spcAft>
              <a:buSzPts val="1400"/>
              <a:buNone/>
            </a:lvl9pPr>
          </a:lstStyle>
          <a:p/>
        </p:txBody>
      </p:sp>
      <p:sp>
        <p:nvSpPr>
          <p:cNvPr id="1049004" name="Google Shape;51;p84"/>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9005" name="Google Shape;52;p84"/>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9006" name="Google Shape;53;p84"/>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1pPr>
            <a:lvl2pPr marL="0" marR="0" lvl="1"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2pPr>
            <a:lvl3pPr marL="0" marR="0" lvl="2"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3pPr>
            <a:lvl4pPr marL="0" marR="0" lvl="3"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4pPr>
            <a:lvl5pPr marL="0" marR="0" lvl="4"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5pPr>
            <a:lvl6pPr marL="0" marR="0" lvl="5"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6pPr>
            <a:lvl7pPr marL="0" marR="0" lvl="6"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7pPr>
            <a:lvl8pPr marL="0" marR="0" lvl="7"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8pPr>
            <a:lvl9pPr marL="0" marR="0" lvl="8"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332" name="Shape 54"/>
        <p:cNvGrpSpPr/>
        <p:nvPr/>
      </p:nvGrpSpPr>
      <p:grpSpPr>
        <a:xfrm>
          <a:off x="0" y="0"/>
          <a:ext cx="0" cy="0"/>
          <a:chOff x="0" y="0"/>
          <a:chExt cx="0" cy="0"/>
        </a:xfrm>
      </p:grpSpPr>
      <p:sp>
        <p:nvSpPr>
          <p:cNvPr id="1049042" name="Google Shape;55;p85"/>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9043" name="Google Shape;56;p85"/>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9044" name="Google Shape;57;p85"/>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1pPr>
            <a:lvl2pPr marL="0" marR="0" lvl="1"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2pPr>
            <a:lvl3pPr marL="0" marR="0" lvl="2"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3pPr>
            <a:lvl4pPr marL="0" marR="0" lvl="3"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4pPr>
            <a:lvl5pPr marL="0" marR="0" lvl="4"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5pPr>
            <a:lvl6pPr marL="0" marR="0" lvl="5"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6pPr>
            <a:lvl7pPr marL="0" marR="0" lvl="6"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7pPr>
            <a:lvl8pPr marL="0" marR="0" lvl="7"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8pPr>
            <a:lvl9pPr marL="0" marR="0" lvl="8"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333" name="Shape 58"/>
        <p:cNvGrpSpPr/>
        <p:nvPr/>
      </p:nvGrpSpPr>
      <p:grpSpPr>
        <a:xfrm>
          <a:off x="0" y="0"/>
          <a:ext cx="0" cy="0"/>
          <a:chOff x="0" y="0"/>
          <a:chExt cx="0" cy="0"/>
        </a:xfrm>
      </p:grpSpPr>
      <p:sp>
        <p:nvSpPr>
          <p:cNvPr id="1049045" name="Google Shape;59;p86"/>
          <p:cNvSpPr txBox="1"/>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lvl2pPr>
            <a:lvl3pPr lvl="2" algn="ctr">
              <a:spcBef>
                <a:spcPts val="0"/>
              </a:spcBef>
              <a:spcAft>
                <a:spcPts val="0"/>
              </a:spcAft>
              <a:buSzPts val="1400"/>
              <a:buNone/>
            </a:lvl3pPr>
            <a:lvl4pPr lvl="3" algn="ctr">
              <a:spcBef>
                <a:spcPts val="0"/>
              </a:spcBef>
              <a:spcAft>
                <a:spcPts val="0"/>
              </a:spcAft>
              <a:buSzPts val="1400"/>
              <a:buNone/>
            </a:lvl4pPr>
            <a:lvl5pPr lvl="4" algn="ctr">
              <a:spcBef>
                <a:spcPts val="0"/>
              </a:spcBef>
              <a:spcAft>
                <a:spcPts val="0"/>
              </a:spcAft>
              <a:buSzPts val="1400"/>
              <a:buNone/>
            </a:lvl5pPr>
            <a:lvl6pPr lvl="5" algn="ctr">
              <a:spcBef>
                <a:spcPts val="0"/>
              </a:spcBef>
              <a:spcAft>
                <a:spcPts val="0"/>
              </a:spcAft>
              <a:buSzPts val="1400"/>
              <a:buNone/>
            </a:lvl6pPr>
            <a:lvl7pPr lvl="6" algn="ctr">
              <a:spcBef>
                <a:spcPts val="0"/>
              </a:spcBef>
              <a:spcAft>
                <a:spcPts val="0"/>
              </a:spcAft>
              <a:buSzPts val="1400"/>
              <a:buNone/>
            </a:lvl7pPr>
            <a:lvl8pPr lvl="7" algn="ctr">
              <a:spcBef>
                <a:spcPts val="0"/>
              </a:spcBef>
              <a:spcAft>
                <a:spcPts val="0"/>
              </a:spcAft>
              <a:buSzPts val="1400"/>
              <a:buNone/>
            </a:lvl8pPr>
            <a:lvl9pPr lvl="8" algn="ctr">
              <a:spcBef>
                <a:spcPts val="0"/>
              </a:spcBef>
              <a:spcAft>
                <a:spcPts val="0"/>
              </a:spcAft>
              <a:buSzPts val="1400"/>
              <a:buNone/>
            </a:lvl9pPr>
          </a:lstStyle>
          <a:p/>
        </p:txBody>
      </p:sp>
      <p:sp>
        <p:nvSpPr>
          <p:cNvPr id="1049046" name="Google Shape;60;p86"/>
          <p:cNvSpPr txBox="1"/>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p:txBody>
      </p:sp>
      <p:sp>
        <p:nvSpPr>
          <p:cNvPr id="1049047" name="Google Shape;61;p86"/>
          <p:cNvSpPr txBox="1"/>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p:txBody>
      </p:sp>
      <p:sp>
        <p:nvSpPr>
          <p:cNvPr id="1049048" name="Google Shape;62;p86"/>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9049" name="Google Shape;63;p86"/>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9050" name="Google Shape;64;p86"/>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1pPr>
            <a:lvl2pPr marL="0" marR="0" lvl="1"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2pPr>
            <a:lvl3pPr marL="0" marR="0" lvl="2"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3pPr>
            <a:lvl4pPr marL="0" marR="0" lvl="3"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4pPr>
            <a:lvl5pPr marL="0" marR="0" lvl="4"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5pPr>
            <a:lvl6pPr marL="0" marR="0" lvl="5"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6pPr>
            <a:lvl7pPr marL="0" marR="0" lvl="6"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7pPr>
            <a:lvl8pPr marL="0" marR="0" lvl="7"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8pPr>
            <a:lvl9pPr marL="0" marR="0" lvl="8"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327" name="Shape 65"/>
        <p:cNvGrpSpPr/>
        <p:nvPr/>
      </p:nvGrpSpPr>
      <p:grpSpPr>
        <a:xfrm>
          <a:off x="0" y="0"/>
          <a:ext cx="0" cy="0"/>
          <a:chOff x="0" y="0"/>
          <a:chExt cx="0" cy="0"/>
        </a:xfrm>
      </p:grpSpPr>
      <p:sp>
        <p:nvSpPr>
          <p:cNvPr id="1049012" name="Google Shape;66;p87"/>
          <p:cNvSpPr txBox="1"/>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lvl2pPr>
            <a:lvl3pPr lvl="2" algn="ctr">
              <a:spcBef>
                <a:spcPts val="0"/>
              </a:spcBef>
              <a:spcAft>
                <a:spcPts val="0"/>
              </a:spcAft>
              <a:buSzPts val="1400"/>
              <a:buNone/>
            </a:lvl3pPr>
            <a:lvl4pPr lvl="3" algn="ctr">
              <a:spcBef>
                <a:spcPts val="0"/>
              </a:spcBef>
              <a:spcAft>
                <a:spcPts val="0"/>
              </a:spcAft>
              <a:buSzPts val="1400"/>
              <a:buNone/>
            </a:lvl4pPr>
            <a:lvl5pPr lvl="4" algn="ctr">
              <a:spcBef>
                <a:spcPts val="0"/>
              </a:spcBef>
              <a:spcAft>
                <a:spcPts val="0"/>
              </a:spcAft>
              <a:buSzPts val="1400"/>
              <a:buNone/>
            </a:lvl5pPr>
            <a:lvl6pPr lvl="5" algn="ctr">
              <a:spcBef>
                <a:spcPts val="0"/>
              </a:spcBef>
              <a:spcAft>
                <a:spcPts val="0"/>
              </a:spcAft>
              <a:buSzPts val="1400"/>
              <a:buNone/>
            </a:lvl6pPr>
            <a:lvl7pPr lvl="6" algn="ctr">
              <a:spcBef>
                <a:spcPts val="0"/>
              </a:spcBef>
              <a:spcAft>
                <a:spcPts val="0"/>
              </a:spcAft>
              <a:buSzPts val="1400"/>
              <a:buNone/>
            </a:lvl7pPr>
            <a:lvl8pPr lvl="7" algn="ctr">
              <a:spcBef>
                <a:spcPts val="0"/>
              </a:spcBef>
              <a:spcAft>
                <a:spcPts val="0"/>
              </a:spcAft>
              <a:buSzPts val="1400"/>
              <a:buNone/>
            </a:lvl8pPr>
            <a:lvl9pPr lvl="8" algn="ctr">
              <a:spcBef>
                <a:spcPts val="0"/>
              </a:spcBef>
              <a:spcAft>
                <a:spcPts val="0"/>
              </a:spcAft>
              <a:buSzPts val="1400"/>
              <a:buNone/>
            </a:lvl9pPr>
          </a:lstStyle>
          <a:p/>
        </p:txBody>
      </p:sp>
      <p:sp>
        <p:nvSpPr>
          <p:cNvPr id="1049013" name="Google Shape;67;p87"/>
          <p:cNvSpPr/>
          <p:nvPr>
            <p:ph type="pic" idx="2"/>
          </p:nvPr>
        </p:nvSpPr>
        <p:spPr>
          <a:xfrm>
            <a:off x="1792288" y="612775"/>
            <a:ext cx="5486400" cy="4114800"/>
          </a:xfrm>
          <a:prstGeom prst="rect">
            <a:avLst/>
          </a:prstGeom>
          <a:noFill/>
          <a:ln>
            <a:noFill/>
          </a:ln>
        </p:spPr>
        <p:txBody>
          <a:bodyPr spcFirstLastPara="1" wrap="square" lIns="91425" tIns="45700" rIns="91425" bIns="45700" anchor="t" anchorCtr="0">
            <a:normAutofit/>
          </a:bodyPr>
          <a:lstStyle>
            <a:lvl1pPr marR="0" lvl="0" algn="l" rtl="0">
              <a:spcBef>
                <a:spcPts val="640"/>
              </a:spcBef>
              <a:spcAft>
                <a:spcPts val="0"/>
              </a:spcAft>
              <a:buClr>
                <a:schemeClr val="dk1"/>
              </a:buClr>
              <a:buSzPts val="3200"/>
              <a:buFont typeface="Arial" panose="020B0604020202020204"/>
              <a:buNone/>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560"/>
              </a:spcBef>
              <a:spcAft>
                <a:spcPts val="0"/>
              </a:spcAft>
              <a:buClr>
                <a:schemeClr val="dk1"/>
              </a:buClr>
              <a:buSzPts val="2800"/>
              <a:buFont typeface="Arial" panose="020B0604020202020204"/>
              <a:buNone/>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480"/>
              </a:spcBef>
              <a:spcAft>
                <a:spcPts val="0"/>
              </a:spcAft>
              <a:buClr>
                <a:schemeClr val="dk1"/>
              </a:buClr>
              <a:buSzPts val="2400"/>
              <a:buFont typeface="Arial" panose="020B0604020202020204"/>
              <a:buNone/>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400"/>
              </a:spcBef>
              <a:spcAft>
                <a:spcPts val="0"/>
              </a:spcAft>
              <a:buClr>
                <a:schemeClr val="dk1"/>
              </a:buClr>
              <a:buSzPts val="2000"/>
              <a:buFont typeface="Arial" panose="020B0604020202020204"/>
              <a:buNone/>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400"/>
              </a:spcBef>
              <a:spcAft>
                <a:spcPts val="0"/>
              </a:spcAft>
              <a:buClr>
                <a:schemeClr val="dk1"/>
              </a:buClr>
              <a:buSzPts val="2000"/>
              <a:buFont typeface="Arial" panose="020B0604020202020204"/>
              <a:buNone/>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400"/>
              </a:spcBef>
              <a:spcAft>
                <a:spcPts val="0"/>
              </a:spcAft>
              <a:buClr>
                <a:schemeClr val="dk1"/>
              </a:buClr>
              <a:buSzPts val="2000"/>
              <a:buFont typeface="Arial" panose="020B0604020202020204"/>
              <a:buNone/>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400"/>
              </a:spcBef>
              <a:spcAft>
                <a:spcPts val="0"/>
              </a:spcAft>
              <a:buClr>
                <a:schemeClr val="dk1"/>
              </a:buClr>
              <a:buSzPts val="2000"/>
              <a:buFont typeface="Arial" panose="020B0604020202020204"/>
              <a:buNone/>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400"/>
              </a:spcBef>
              <a:spcAft>
                <a:spcPts val="0"/>
              </a:spcAft>
              <a:buClr>
                <a:schemeClr val="dk1"/>
              </a:buClr>
              <a:buSzPts val="2000"/>
              <a:buFont typeface="Arial" panose="020B0604020202020204"/>
              <a:buNone/>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400"/>
              </a:spcBef>
              <a:spcAft>
                <a:spcPts val="0"/>
              </a:spcAft>
              <a:buClr>
                <a:schemeClr val="dk1"/>
              </a:buClr>
              <a:buSzPts val="2000"/>
              <a:buFont typeface="Arial" panose="020B0604020202020204"/>
              <a:buNone/>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49014" name="Google Shape;68;p87"/>
          <p:cNvSpPr txBox="1"/>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p:txBody>
      </p:sp>
      <p:sp>
        <p:nvSpPr>
          <p:cNvPr id="1049015" name="Google Shape;69;p87"/>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9016" name="Google Shape;70;p87"/>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9017" name="Google Shape;71;p87"/>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1pPr>
            <a:lvl2pPr marL="0" marR="0" lvl="1"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2pPr>
            <a:lvl3pPr marL="0" marR="0" lvl="2"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3pPr>
            <a:lvl4pPr marL="0" marR="0" lvl="3"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4pPr>
            <a:lvl5pPr marL="0" marR="0" lvl="4"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5pPr>
            <a:lvl6pPr marL="0" marR="0" lvl="5"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6pPr>
            <a:lvl7pPr marL="0" marR="0" lvl="6"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7pPr>
            <a:lvl8pPr marL="0" marR="0" lvl="7"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8pPr>
            <a:lvl9pPr marL="0" marR="0" lvl="8"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328" name="Shape 72"/>
        <p:cNvGrpSpPr/>
        <p:nvPr/>
      </p:nvGrpSpPr>
      <p:grpSpPr>
        <a:xfrm>
          <a:off x="0" y="0"/>
          <a:ext cx="0" cy="0"/>
          <a:chOff x="0" y="0"/>
          <a:chExt cx="0" cy="0"/>
        </a:xfrm>
      </p:grpSpPr>
      <p:sp>
        <p:nvSpPr>
          <p:cNvPr id="1049018" name="Google Shape;73;p88"/>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ctr">
              <a:spcBef>
                <a:spcPts val="0"/>
              </a:spcBef>
              <a:spcAft>
                <a:spcPts val="0"/>
              </a:spcAft>
              <a:buSzPts val="1400"/>
              <a:buNone/>
            </a:lvl2pPr>
            <a:lvl3pPr lvl="2" algn="ctr">
              <a:spcBef>
                <a:spcPts val="0"/>
              </a:spcBef>
              <a:spcAft>
                <a:spcPts val="0"/>
              </a:spcAft>
              <a:buSzPts val="1400"/>
              <a:buNone/>
            </a:lvl3pPr>
            <a:lvl4pPr lvl="3" algn="ctr">
              <a:spcBef>
                <a:spcPts val="0"/>
              </a:spcBef>
              <a:spcAft>
                <a:spcPts val="0"/>
              </a:spcAft>
              <a:buSzPts val="1400"/>
              <a:buNone/>
            </a:lvl4pPr>
            <a:lvl5pPr lvl="4" algn="ctr">
              <a:spcBef>
                <a:spcPts val="0"/>
              </a:spcBef>
              <a:spcAft>
                <a:spcPts val="0"/>
              </a:spcAft>
              <a:buSzPts val="1400"/>
              <a:buNone/>
            </a:lvl5pPr>
            <a:lvl6pPr lvl="5" algn="ctr">
              <a:spcBef>
                <a:spcPts val="0"/>
              </a:spcBef>
              <a:spcAft>
                <a:spcPts val="0"/>
              </a:spcAft>
              <a:buSzPts val="1400"/>
              <a:buNone/>
            </a:lvl6pPr>
            <a:lvl7pPr lvl="6" algn="ctr">
              <a:spcBef>
                <a:spcPts val="0"/>
              </a:spcBef>
              <a:spcAft>
                <a:spcPts val="0"/>
              </a:spcAft>
              <a:buSzPts val="1400"/>
              <a:buNone/>
            </a:lvl7pPr>
            <a:lvl8pPr lvl="7" algn="ctr">
              <a:spcBef>
                <a:spcPts val="0"/>
              </a:spcBef>
              <a:spcAft>
                <a:spcPts val="0"/>
              </a:spcAft>
              <a:buSzPts val="1400"/>
              <a:buNone/>
            </a:lvl8pPr>
            <a:lvl9pPr lvl="8" algn="ctr">
              <a:spcBef>
                <a:spcPts val="0"/>
              </a:spcBef>
              <a:spcAft>
                <a:spcPts val="0"/>
              </a:spcAft>
              <a:buSzPts val="1400"/>
              <a:buNone/>
            </a:lvl9pPr>
          </a:lstStyle>
          <a:p/>
        </p:txBody>
      </p:sp>
      <p:sp>
        <p:nvSpPr>
          <p:cNvPr id="1049019" name="Google Shape;74;p88"/>
          <p:cNvSpPr txBox="1"/>
          <p:nvPr>
            <p:ph type="body" idx="1"/>
          </p:nvPr>
        </p:nvSpPr>
        <p:spPr>
          <a:xfrm rot="5400000">
            <a:off x="2309018" y="-251619"/>
            <a:ext cx="4525963"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lvl1pPr>
            <a:lvl2pPr marL="914400" lvl="1" indent="-342900" algn="l">
              <a:spcBef>
                <a:spcPts val="360"/>
              </a:spcBef>
              <a:spcAft>
                <a:spcPts val="0"/>
              </a:spcAft>
              <a:buClr>
                <a:schemeClr val="dk1"/>
              </a:buClr>
              <a:buSzPts val="1800"/>
              <a:buChar char="–"/>
            </a:lvl2pPr>
            <a:lvl3pPr marL="1371600" lvl="2" indent="-342900" algn="l">
              <a:spcBef>
                <a:spcPts val="360"/>
              </a:spcBef>
              <a:spcAft>
                <a:spcPts val="0"/>
              </a:spcAft>
              <a:buClr>
                <a:schemeClr val="dk1"/>
              </a:buClr>
              <a:buSzPts val="1800"/>
              <a:buChar char="•"/>
            </a:lvl3pPr>
            <a:lvl4pPr marL="1828800" lvl="3" indent="-342900" algn="l">
              <a:spcBef>
                <a:spcPts val="360"/>
              </a:spcBef>
              <a:spcAft>
                <a:spcPts val="0"/>
              </a:spcAft>
              <a:buClr>
                <a:schemeClr val="dk1"/>
              </a:buClr>
              <a:buSzPts val="1800"/>
              <a:buChar char="–"/>
            </a:lvl4pPr>
            <a:lvl5pPr marL="2286000" lvl="4" indent="-342900" algn="l">
              <a:spcBef>
                <a:spcPts val="360"/>
              </a:spcBef>
              <a:spcAft>
                <a:spcPts val="0"/>
              </a:spcAft>
              <a:buClr>
                <a:schemeClr val="dk1"/>
              </a:buClr>
              <a:buSzPts val="1800"/>
              <a:buChar char="»"/>
            </a:lvl5pPr>
            <a:lvl6pPr marL="2743200" lvl="5" indent="-342900" algn="l">
              <a:spcBef>
                <a:spcPts val="360"/>
              </a:spcBef>
              <a:spcAft>
                <a:spcPts val="0"/>
              </a:spcAft>
              <a:buClr>
                <a:schemeClr val="dk1"/>
              </a:buClr>
              <a:buSzPts val="1800"/>
              <a:buChar char="•"/>
            </a:lvl6pPr>
            <a:lvl7pPr marL="3200400" lvl="6" indent="-342900" algn="l">
              <a:spcBef>
                <a:spcPts val="360"/>
              </a:spcBef>
              <a:spcAft>
                <a:spcPts val="0"/>
              </a:spcAft>
              <a:buClr>
                <a:schemeClr val="dk1"/>
              </a:buClr>
              <a:buSzPts val="1800"/>
              <a:buChar char="•"/>
            </a:lvl7pPr>
            <a:lvl8pPr marL="3657600" lvl="7" indent="-342900" algn="l">
              <a:spcBef>
                <a:spcPts val="360"/>
              </a:spcBef>
              <a:spcAft>
                <a:spcPts val="0"/>
              </a:spcAft>
              <a:buClr>
                <a:schemeClr val="dk1"/>
              </a:buClr>
              <a:buSzPts val="1800"/>
              <a:buChar char="•"/>
            </a:lvl8pPr>
            <a:lvl9pPr marL="4114800" lvl="8" indent="-342900" algn="l">
              <a:spcBef>
                <a:spcPts val="360"/>
              </a:spcBef>
              <a:spcAft>
                <a:spcPts val="0"/>
              </a:spcAft>
              <a:buClr>
                <a:schemeClr val="dk1"/>
              </a:buClr>
              <a:buSzPts val="1800"/>
              <a:buChar char="•"/>
            </a:lvl9pPr>
          </a:lstStyle>
          <a:p/>
        </p:txBody>
      </p:sp>
      <p:sp>
        <p:nvSpPr>
          <p:cNvPr id="1049020" name="Google Shape;75;p88"/>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9021" name="Google Shape;76;p88"/>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9022" name="Google Shape;77;p88"/>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1pPr>
            <a:lvl2pPr marL="0" marR="0" lvl="1"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2pPr>
            <a:lvl3pPr marL="0" marR="0" lvl="2"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3pPr>
            <a:lvl4pPr marL="0" marR="0" lvl="3"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4pPr>
            <a:lvl5pPr marL="0" marR="0" lvl="4"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5pPr>
            <a:lvl6pPr marL="0" marR="0" lvl="5"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6pPr>
            <a:lvl7pPr marL="0" marR="0" lvl="6"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7pPr>
            <a:lvl8pPr marL="0" marR="0" lvl="7"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8pPr>
            <a:lvl9pPr marL="0" marR="0" lvl="8"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326" name="Shape 78"/>
        <p:cNvGrpSpPr/>
        <p:nvPr/>
      </p:nvGrpSpPr>
      <p:grpSpPr>
        <a:xfrm>
          <a:off x="0" y="0"/>
          <a:ext cx="0" cy="0"/>
          <a:chOff x="0" y="0"/>
          <a:chExt cx="0" cy="0"/>
        </a:xfrm>
      </p:grpSpPr>
      <p:sp>
        <p:nvSpPr>
          <p:cNvPr id="1049007" name="Google Shape;79;p89"/>
          <p:cNvSpPr txBox="1"/>
          <p:nvPr>
            <p:ph type="title"/>
          </p:nvPr>
        </p:nvSpPr>
        <p:spPr>
          <a:xfrm rot="5400000">
            <a:off x="4732337" y="2171700"/>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ctr">
              <a:spcBef>
                <a:spcPts val="0"/>
              </a:spcBef>
              <a:spcAft>
                <a:spcPts val="0"/>
              </a:spcAft>
              <a:buSzPts val="1400"/>
              <a:buNone/>
            </a:lvl2pPr>
            <a:lvl3pPr lvl="2" algn="ctr">
              <a:spcBef>
                <a:spcPts val="0"/>
              </a:spcBef>
              <a:spcAft>
                <a:spcPts val="0"/>
              </a:spcAft>
              <a:buSzPts val="1400"/>
              <a:buNone/>
            </a:lvl3pPr>
            <a:lvl4pPr lvl="3" algn="ctr">
              <a:spcBef>
                <a:spcPts val="0"/>
              </a:spcBef>
              <a:spcAft>
                <a:spcPts val="0"/>
              </a:spcAft>
              <a:buSzPts val="1400"/>
              <a:buNone/>
            </a:lvl4pPr>
            <a:lvl5pPr lvl="4" algn="ctr">
              <a:spcBef>
                <a:spcPts val="0"/>
              </a:spcBef>
              <a:spcAft>
                <a:spcPts val="0"/>
              </a:spcAft>
              <a:buSzPts val="1400"/>
              <a:buNone/>
            </a:lvl5pPr>
            <a:lvl6pPr lvl="5" algn="ctr">
              <a:spcBef>
                <a:spcPts val="0"/>
              </a:spcBef>
              <a:spcAft>
                <a:spcPts val="0"/>
              </a:spcAft>
              <a:buSzPts val="1400"/>
              <a:buNone/>
            </a:lvl6pPr>
            <a:lvl7pPr lvl="6" algn="ctr">
              <a:spcBef>
                <a:spcPts val="0"/>
              </a:spcBef>
              <a:spcAft>
                <a:spcPts val="0"/>
              </a:spcAft>
              <a:buSzPts val="1400"/>
              <a:buNone/>
            </a:lvl7pPr>
            <a:lvl8pPr lvl="7" algn="ctr">
              <a:spcBef>
                <a:spcPts val="0"/>
              </a:spcBef>
              <a:spcAft>
                <a:spcPts val="0"/>
              </a:spcAft>
              <a:buSzPts val="1400"/>
              <a:buNone/>
            </a:lvl8pPr>
            <a:lvl9pPr lvl="8" algn="ctr">
              <a:spcBef>
                <a:spcPts val="0"/>
              </a:spcBef>
              <a:spcAft>
                <a:spcPts val="0"/>
              </a:spcAft>
              <a:buSzPts val="1400"/>
              <a:buNone/>
            </a:lvl9pPr>
          </a:lstStyle>
          <a:p/>
        </p:txBody>
      </p:sp>
      <p:sp>
        <p:nvSpPr>
          <p:cNvPr id="1049008" name="Google Shape;80;p89"/>
          <p:cNvSpPr txBox="1"/>
          <p:nvPr>
            <p:ph type="body" idx="1"/>
          </p:nvPr>
        </p:nvSpPr>
        <p:spPr>
          <a:xfrm rot="5400000">
            <a:off x="541338" y="190501"/>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lvl1pPr>
            <a:lvl2pPr marL="914400" lvl="1" indent="-342900" algn="l">
              <a:spcBef>
                <a:spcPts val="360"/>
              </a:spcBef>
              <a:spcAft>
                <a:spcPts val="0"/>
              </a:spcAft>
              <a:buClr>
                <a:schemeClr val="dk1"/>
              </a:buClr>
              <a:buSzPts val="1800"/>
              <a:buChar char="–"/>
            </a:lvl2pPr>
            <a:lvl3pPr marL="1371600" lvl="2" indent="-342900" algn="l">
              <a:spcBef>
                <a:spcPts val="360"/>
              </a:spcBef>
              <a:spcAft>
                <a:spcPts val="0"/>
              </a:spcAft>
              <a:buClr>
                <a:schemeClr val="dk1"/>
              </a:buClr>
              <a:buSzPts val="1800"/>
              <a:buChar char="•"/>
            </a:lvl3pPr>
            <a:lvl4pPr marL="1828800" lvl="3" indent="-342900" algn="l">
              <a:spcBef>
                <a:spcPts val="360"/>
              </a:spcBef>
              <a:spcAft>
                <a:spcPts val="0"/>
              </a:spcAft>
              <a:buClr>
                <a:schemeClr val="dk1"/>
              </a:buClr>
              <a:buSzPts val="1800"/>
              <a:buChar char="–"/>
            </a:lvl4pPr>
            <a:lvl5pPr marL="2286000" lvl="4" indent="-342900" algn="l">
              <a:spcBef>
                <a:spcPts val="360"/>
              </a:spcBef>
              <a:spcAft>
                <a:spcPts val="0"/>
              </a:spcAft>
              <a:buClr>
                <a:schemeClr val="dk1"/>
              </a:buClr>
              <a:buSzPts val="1800"/>
              <a:buChar char="»"/>
            </a:lvl5pPr>
            <a:lvl6pPr marL="2743200" lvl="5" indent="-342900" algn="l">
              <a:spcBef>
                <a:spcPts val="360"/>
              </a:spcBef>
              <a:spcAft>
                <a:spcPts val="0"/>
              </a:spcAft>
              <a:buClr>
                <a:schemeClr val="dk1"/>
              </a:buClr>
              <a:buSzPts val="1800"/>
              <a:buChar char="•"/>
            </a:lvl6pPr>
            <a:lvl7pPr marL="3200400" lvl="6" indent="-342900" algn="l">
              <a:spcBef>
                <a:spcPts val="360"/>
              </a:spcBef>
              <a:spcAft>
                <a:spcPts val="0"/>
              </a:spcAft>
              <a:buClr>
                <a:schemeClr val="dk1"/>
              </a:buClr>
              <a:buSzPts val="1800"/>
              <a:buChar char="•"/>
            </a:lvl7pPr>
            <a:lvl8pPr marL="3657600" lvl="7" indent="-342900" algn="l">
              <a:spcBef>
                <a:spcPts val="360"/>
              </a:spcBef>
              <a:spcAft>
                <a:spcPts val="0"/>
              </a:spcAft>
              <a:buClr>
                <a:schemeClr val="dk1"/>
              </a:buClr>
              <a:buSzPts val="1800"/>
              <a:buChar char="•"/>
            </a:lvl8pPr>
            <a:lvl9pPr marL="4114800" lvl="8" indent="-342900" algn="l">
              <a:spcBef>
                <a:spcPts val="360"/>
              </a:spcBef>
              <a:spcAft>
                <a:spcPts val="0"/>
              </a:spcAft>
              <a:buClr>
                <a:schemeClr val="dk1"/>
              </a:buClr>
              <a:buSzPts val="1800"/>
              <a:buChar char="•"/>
            </a:lvl9pPr>
          </a:lstStyle>
          <a:p/>
        </p:txBody>
      </p:sp>
      <p:sp>
        <p:nvSpPr>
          <p:cNvPr id="1049009" name="Google Shape;81;p89"/>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9010" name="Google Shape;82;p89"/>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9011" name="Google Shape;83;p89"/>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1pPr>
            <a:lvl2pPr marL="0" marR="0" lvl="1"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2pPr>
            <a:lvl3pPr marL="0" marR="0" lvl="2"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3pPr>
            <a:lvl4pPr marL="0" marR="0" lvl="3"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4pPr>
            <a:lvl5pPr marL="0" marR="0" lvl="4"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5pPr>
            <a:lvl6pPr marL="0" marR="0" lvl="5"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6pPr>
            <a:lvl7pPr marL="0" marR="0" lvl="6"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7pPr>
            <a:lvl8pPr marL="0" marR="0" lvl="7"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8pPr>
            <a:lvl9pPr marL="0" marR="0" lvl="8" indent="0" algn="r">
              <a:spcBef>
                <a:spcPts val="0"/>
              </a:spcBef>
              <a:spcAft>
                <a:spcPts val="0"/>
              </a:spcAft>
              <a:buNone/>
              <a:defRPr sz="1200">
                <a:solidFill>
                  <a:schemeClr val="dk1"/>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2" name="Shape 9"/>
        <p:cNvGrpSpPr/>
        <p:nvPr/>
      </p:nvGrpSpPr>
      <p:grpSpPr>
        <a:xfrm>
          <a:off x="0" y="0"/>
          <a:ext cx="0" cy="0"/>
          <a:chOff x="0" y="0"/>
          <a:chExt cx="0" cy="0"/>
        </a:xfrm>
      </p:grpSpPr>
      <p:sp>
        <p:nvSpPr>
          <p:cNvPr id="1048576" name="Google Shape;10;p78"/>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ctr" rtl="0">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ctr" rtl="0">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ctr" rtl="0">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ctr" rtl="0">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ctr" rtl="0">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ctr" rtl="0">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ctr" rtl="0">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ctr" rtl="0">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48577" name="Google Shape;11;p78"/>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48578" name="Google Shape;12;p78"/>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48579" name="Google Shape;13;p78"/>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48580" name="Google Shape;14;p78"/>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spcAft>
                <a:spcPts val="0"/>
              </a:spcAft>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spcAft>
                <a:spcPts val="0"/>
              </a:spcAft>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spcAft>
                <a:spcPts val="0"/>
              </a:spcAft>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spcAft>
                <a:spcPts val="0"/>
              </a:spcAft>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spcAft>
                <a:spcPts val="0"/>
              </a:spcAft>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spcAft>
                <a:spcPts val="0"/>
              </a:spcAft>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spcAft>
                <a:spcPts val="0"/>
              </a:spcAft>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spcAft>
                <a:spcPts val="0"/>
              </a:spcAft>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9.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9" Type="http://schemas.openxmlformats.org/officeDocument/2006/relationships/image" Target="../media/image8.svg"/><Relationship Id="rId8" Type="http://schemas.openxmlformats.org/officeDocument/2006/relationships/image" Target="../media/image7.png"/><Relationship Id="rId7" Type="http://schemas.openxmlformats.org/officeDocument/2006/relationships/tags" Target="../tags/tag4.xml"/><Relationship Id="rId6" Type="http://schemas.openxmlformats.org/officeDocument/2006/relationships/tags" Target="../tags/tag3.xml"/><Relationship Id="rId5" Type="http://schemas.openxmlformats.org/officeDocument/2006/relationships/tags" Target="../tags/tag2.xml"/><Relationship Id="rId4" Type="http://schemas.openxmlformats.org/officeDocument/2006/relationships/tags" Target="../tags/tag1.xml"/><Relationship Id="rId3" Type="http://schemas.openxmlformats.org/officeDocument/2006/relationships/image" Target="../media/image6.svg"/><Relationship Id="rId2" Type="http://schemas.openxmlformats.org/officeDocument/2006/relationships/image" Target="../media/image5.png"/><Relationship Id="rId12" Type="http://schemas.openxmlformats.org/officeDocument/2006/relationships/notesSlide" Target="../notesSlides/notesSlide4.xml"/><Relationship Id="rId11" Type="http://schemas.openxmlformats.org/officeDocument/2006/relationships/slideLayout" Target="../slideLayouts/slideLayout9.xml"/><Relationship Id="rId10" Type="http://schemas.openxmlformats.org/officeDocument/2006/relationships/tags" Target="../tags/tag5.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9.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9.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9.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9.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2.xml"/><Relationship Id="rId3" Type="http://schemas.openxmlformats.org/officeDocument/2006/relationships/tags" Target="../tags/tag8.xml"/><Relationship Id="rId2" Type="http://schemas.openxmlformats.org/officeDocument/2006/relationships/image" Target="../media/image4.png"/><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slideLayout" Target="../slideLayouts/slideLayout2.xml"/><Relationship Id="rId3"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image" Target="../media/image3.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20.xml"/><Relationship Id="rId4" Type="http://schemas.openxmlformats.org/officeDocument/2006/relationships/slideLayout" Target="../slideLayouts/slideLayout2.xml"/><Relationship Id="rId3"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image" Target="../media/image3.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31.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33.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34.xml.rels><?xml version="1.0" encoding="UTF-8" standalone="yes"?>
<Relationships xmlns="http://schemas.openxmlformats.org/package/2006/relationships"><Relationship Id="rId4" Type="http://schemas.openxmlformats.org/officeDocument/2006/relationships/notesSlide" Target="../notesSlides/notesSlide34.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35.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36.xml.rels><?xml version="1.0" encoding="UTF-8" standalone="yes"?>
<Relationships xmlns="http://schemas.openxmlformats.org/package/2006/relationships"><Relationship Id="rId4" Type="http://schemas.openxmlformats.org/officeDocument/2006/relationships/notesSlide" Target="../notesSlides/notesSlide36.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38.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39.xml.rels><?xml version="1.0" encoding="UTF-8" standalone="yes"?>
<Relationships xmlns="http://schemas.openxmlformats.org/package/2006/relationships"><Relationship Id="rId4" Type="http://schemas.openxmlformats.org/officeDocument/2006/relationships/notesSlide" Target="../notesSlides/notesSlide39.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40.xml.rels><?xml version="1.0" encoding="UTF-8" standalone="yes"?>
<Relationships xmlns="http://schemas.openxmlformats.org/package/2006/relationships"><Relationship Id="rId4" Type="http://schemas.openxmlformats.org/officeDocument/2006/relationships/notesSlide" Target="../notesSlides/notesSlide40.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41.xml.rels><?xml version="1.0" encoding="UTF-8" standalone="yes"?>
<Relationships xmlns="http://schemas.openxmlformats.org/package/2006/relationships"><Relationship Id="rId4" Type="http://schemas.openxmlformats.org/officeDocument/2006/relationships/notesSlide" Target="../notesSlides/notesSlide41.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42.xml.rels><?xml version="1.0" encoding="UTF-8" standalone="yes"?>
<Relationships xmlns="http://schemas.openxmlformats.org/package/2006/relationships"><Relationship Id="rId4" Type="http://schemas.openxmlformats.org/officeDocument/2006/relationships/notesSlide" Target="../notesSlides/notesSlide42.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43.xml.rels><?xml version="1.0" encoding="UTF-8" standalone="yes"?>
<Relationships xmlns="http://schemas.openxmlformats.org/package/2006/relationships"><Relationship Id="rId4" Type="http://schemas.openxmlformats.org/officeDocument/2006/relationships/notesSlide" Target="../notesSlides/notesSlide43.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44.xml.rels><?xml version="1.0" encoding="UTF-8" standalone="yes"?>
<Relationships xmlns="http://schemas.openxmlformats.org/package/2006/relationships"><Relationship Id="rId4" Type="http://schemas.openxmlformats.org/officeDocument/2006/relationships/notesSlide" Target="../notesSlides/notesSlide44.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45.xml.rels><?xml version="1.0" encoding="UTF-8" standalone="yes"?>
<Relationships xmlns="http://schemas.openxmlformats.org/package/2006/relationships"><Relationship Id="rId4" Type="http://schemas.openxmlformats.org/officeDocument/2006/relationships/notesSlide" Target="../notesSlides/notesSlide45.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46.xml.rels><?xml version="1.0" encoding="UTF-8" standalone="yes"?>
<Relationships xmlns="http://schemas.openxmlformats.org/package/2006/relationships"><Relationship Id="rId4" Type="http://schemas.openxmlformats.org/officeDocument/2006/relationships/notesSlide" Target="../notesSlides/notesSlide46.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47.xml.rels><?xml version="1.0" encoding="UTF-8" standalone="yes"?>
<Relationships xmlns="http://schemas.openxmlformats.org/package/2006/relationships"><Relationship Id="rId4" Type="http://schemas.openxmlformats.org/officeDocument/2006/relationships/notesSlide" Target="../notesSlides/notesSlide47.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48.xml.rels><?xml version="1.0" encoding="UTF-8" standalone="yes"?>
<Relationships xmlns="http://schemas.openxmlformats.org/package/2006/relationships"><Relationship Id="rId4" Type="http://schemas.openxmlformats.org/officeDocument/2006/relationships/notesSlide" Target="../notesSlides/notesSlide48.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49.xml.rels><?xml version="1.0" encoding="UTF-8" standalone="yes"?>
<Relationships xmlns="http://schemas.openxmlformats.org/package/2006/relationships"><Relationship Id="rId4" Type="http://schemas.openxmlformats.org/officeDocument/2006/relationships/notesSlide" Target="../notesSlides/notesSlide49.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50.xml.rels><?xml version="1.0" encoding="UTF-8" standalone="yes"?>
<Relationships xmlns="http://schemas.openxmlformats.org/package/2006/relationships"><Relationship Id="rId4" Type="http://schemas.openxmlformats.org/officeDocument/2006/relationships/notesSlide" Target="../notesSlides/notesSlide50.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51.xml.rels><?xml version="1.0" encoding="UTF-8" standalone="yes"?>
<Relationships xmlns="http://schemas.openxmlformats.org/package/2006/relationships"><Relationship Id="rId4" Type="http://schemas.openxmlformats.org/officeDocument/2006/relationships/notesSlide" Target="../notesSlides/notesSlide51.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52.xml.rels><?xml version="1.0" encoding="UTF-8" standalone="yes"?>
<Relationships xmlns="http://schemas.openxmlformats.org/package/2006/relationships"><Relationship Id="rId4" Type="http://schemas.openxmlformats.org/officeDocument/2006/relationships/notesSlide" Target="../notesSlides/notesSlide52.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53.xml.rels><?xml version="1.0" encoding="UTF-8" standalone="yes"?>
<Relationships xmlns="http://schemas.openxmlformats.org/package/2006/relationships"><Relationship Id="rId4" Type="http://schemas.openxmlformats.org/officeDocument/2006/relationships/notesSlide" Target="../notesSlides/notesSlide53.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54.xml.rels><?xml version="1.0" encoding="UTF-8" standalone="yes"?>
<Relationships xmlns="http://schemas.openxmlformats.org/package/2006/relationships"><Relationship Id="rId4" Type="http://schemas.openxmlformats.org/officeDocument/2006/relationships/notesSlide" Target="../notesSlides/notesSlide54.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55.xml.rels><?xml version="1.0" encoding="UTF-8" standalone="yes"?>
<Relationships xmlns="http://schemas.openxmlformats.org/package/2006/relationships"><Relationship Id="rId4" Type="http://schemas.openxmlformats.org/officeDocument/2006/relationships/notesSlide" Target="../notesSlides/notesSlide55.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56.xml.rels><?xml version="1.0" encoding="UTF-8" standalone="yes"?>
<Relationships xmlns="http://schemas.openxmlformats.org/package/2006/relationships"><Relationship Id="rId4" Type="http://schemas.openxmlformats.org/officeDocument/2006/relationships/notesSlide" Target="../notesSlides/notesSlide56.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57.xml.rels><?xml version="1.0" encoding="UTF-8" standalone="yes"?>
<Relationships xmlns="http://schemas.openxmlformats.org/package/2006/relationships"><Relationship Id="rId4" Type="http://schemas.openxmlformats.org/officeDocument/2006/relationships/notesSlide" Target="../notesSlides/notesSlide57.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58.xml.rels><?xml version="1.0" encoding="UTF-8" standalone="yes"?>
<Relationships xmlns="http://schemas.openxmlformats.org/package/2006/relationships"><Relationship Id="rId5" Type="http://schemas.openxmlformats.org/officeDocument/2006/relationships/notesSlide" Target="../notesSlides/notesSlide58.xml"/><Relationship Id="rId4" Type="http://schemas.openxmlformats.org/officeDocument/2006/relationships/slideLayout" Target="../slideLayouts/slideLayout2.xml"/><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5" name="Shape 87"/>
        <p:cNvGrpSpPr/>
        <p:nvPr/>
      </p:nvGrpSpPr>
      <p:grpSpPr>
        <a:xfrm>
          <a:off x="0" y="0"/>
          <a:ext cx="0" cy="0"/>
          <a:chOff x="0" y="0"/>
          <a:chExt cx="0" cy="0"/>
        </a:xfrm>
      </p:grpSpPr>
      <p:pic>
        <p:nvPicPr>
          <p:cNvPr id="2097152" name="Google Shape;88;p1" descr="C:\Users\parul\Desktop\temp.png"/>
          <p:cNvPicPr preferRelativeResize="0"/>
          <p:nvPr/>
        </p:nvPicPr>
        <p:blipFill rotWithShape="1">
          <a:blip r:embed="rId1"/>
          <a:srcRect/>
          <a:stretch>
            <a:fillRect/>
          </a:stretch>
        </p:blipFill>
        <p:spPr>
          <a:xfrm>
            <a:off x="0" y="0"/>
            <a:ext cx="9144000" cy="6900863"/>
          </a:xfrm>
          <a:prstGeom prst="rect">
            <a:avLst/>
          </a:prstGeom>
          <a:noFill/>
          <a:ln>
            <a:noFill/>
          </a:ln>
        </p:spPr>
      </p:pic>
      <p:sp>
        <p:nvSpPr>
          <p:cNvPr id="1048586" name="Google Shape;89;p1"/>
          <p:cNvSpPr/>
          <p:nvPr/>
        </p:nvSpPr>
        <p:spPr>
          <a:xfrm>
            <a:off x="1143000" y="1916113"/>
            <a:ext cx="6858000" cy="1169987"/>
          </a:xfrm>
          <a:prstGeom prst="rect">
            <a:avLst/>
          </a:prstGeom>
          <a:noFill/>
          <a:ln>
            <a:noFill/>
          </a:ln>
        </p:spPr>
        <p:txBody>
          <a:bodyPr spcFirstLastPara="1" wrap="square" lIns="91425" tIns="45700" rIns="91425" bIns="45700" anchor="t" anchorCtr="0">
            <a:noAutofit/>
          </a:bodyPr>
          <a:p>
            <a:pPr marL="0" marR="0" lvl="0" indent="0" algn="ctr" rtl="0">
              <a:spcBef>
                <a:spcPts val="0"/>
              </a:spcBef>
              <a:spcAft>
                <a:spcPts val="0"/>
              </a:spcAft>
              <a:buClr>
                <a:srgbClr val="000000"/>
              </a:buClr>
              <a:buSzPts val="3500"/>
              <a:buFont typeface="Arial" panose="020B0604020202020204"/>
              <a:buNone/>
            </a:pPr>
            <a:r>
              <a:rPr lang="en-IN" sz="3500" b="1" i="0" u="none" strike="noStrike" cap="none">
                <a:solidFill>
                  <a:srgbClr val="000000"/>
                </a:solidFill>
                <a:latin typeface="Calibri" panose="020F0502020204030204"/>
                <a:ea typeface="Calibri" panose="020F0502020204030204"/>
                <a:cs typeface="Calibri" panose="020F0502020204030204"/>
                <a:sym typeface="Calibri" panose="020F0502020204030204"/>
              </a:rPr>
              <a:t>Operating System</a:t>
            </a:r>
            <a:endParaRPr lang="en-IN" sz="3500" b="1"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048587" name="Google Shape;90;p1"/>
          <p:cNvSpPr/>
          <p:nvPr/>
        </p:nvSpPr>
        <p:spPr>
          <a:xfrm>
            <a:off x="1527175" y="2854325"/>
            <a:ext cx="6089650" cy="769938"/>
          </a:xfrm>
          <a:prstGeom prst="rect">
            <a:avLst/>
          </a:prstGeom>
          <a:noFill/>
          <a:ln>
            <a:noFill/>
          </a:ln>
        </p:spPr>
        <p:txBody>
          <a:bodyPr spcFirstLastPara="1" wrap="square" lIns="91425" tIns="45700" rIns="91425" bIns="45700" anchor="t" anchorCtr="0">
            <a:noAutofit/>
          </a:bodyPr>
          <a:p>
            <a:pPr marL="0" marR="0" lvl="0" indent="0" algn="ctr" rtl="0">
              <a:spcBef>
                <a:spcPts val="0"/>
              </a:spcBef>
              <a:spcAft>
                <a:spcPts val="0"/>
              </a:spcAft>
              <a:buClr>
                <a:srgbClr val="000000"/>
              </a:buClr>
              <a:buSzPts val="2200"/>
              <a:buFont typeface="Arial" panose="020B0604020202020204"/>
              <a:buNone/>
            </a:pPr>
            <a:r>
              <a:rPr lang="en-IN" sz="2200" b="1" i="0" u="none" strike="noStrike" cap="none">
                <a:solidFill>
                  <a:srgbClr val="000000"/>
                </a:solidFill>
                <a:latin typeface="Calibri" panose="020F0502020204030204"/>
                <a:ea typeface="Calibri" panose="020F0502020204030204"/>
                <a:cs typeface="Calibri" panose="020F0502020204030204"/>
                <a:sym typeface="Calibri" panose="020F0502020204030204"/>
              </a:rPr>
              <a:t>Prof. Niikunj Bhavsar, </a:t>
            </a:r>
            <a:r>
              <a:rPr lang="en-IN" sz="2200" b="0" i="0" u="none" strike="noStrike" cap="none">
                <a:solidFill>
                  <a:srgbClr val="000000"/>
                </a:solidFill>
                <a:latin typeface="Calibri" panose="020F0502020204030204"/>
                <a:ea typeface="Calibri" panose="020F0502020204030204"/>
                <a:cs typeface="Calibri" panose="020F0502020204030204"/>
                <a:sym typeface="Calibri" panose="020F0502020204030204"/>
              </a:rPr>
              <a:t>Assistant Professor</a:t>
            </a:r>
            <a:endParaRPr lang="en-IN" sz="22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Clr>
                <a:srgbClr val="000000"/>
              </a:buClr>
              <a:buSzPts val="2200"/>
              <a:buFont typeface="Arial" panose="020B0604020202020204"/>
              <a:buNone/>
            </a:pPr>
            <a:r>
              <a:rPr lang="en-IN" sz="2200" b="0" i="0" u="none" strike="noStrike" cap="none">
                <a:solidFill>
                  <a:srgbClr val="000000"/>
                </a:solidFill>
                <a:latin typeface="Calibri" panose="020F0502020204030204"/>
                <a:ea typeface="Calibri" panose="020F0502020204030204"/>
                <a:cs typeface="Calibri" panose="020F0502020204030204"/>
                <a:sym typeface="Calibri" panose="020F0502020204030204"/>
              </a:rPr>
              <a:t>Computer Science &amp; Engineering</a:t>
            </a:r>
            <a:endParaRPr sz="22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pic>
        <p:nvPicPr>
          <p:cNvPr id="2097153" name="Google Shape;91;p1" descr="C:\Users\parul\Desktop\Registered Logosd.png"/>
          <p:cNvPicPr preferRelativeResize="0"/>
          <p:nvPr/>
        </p:nvPicPr>
        <p:blipFill rotWithShape="1">
          <a:blip r:embed="rId2"/>
          <a:srcRect/>
          <a:stretch>
            <a:fillRect/>
          </a:stretch>
        </p:blipFill>
        <p:spPr>
          <a:xfrm>
            <a:off x="3381375" y="500063"/>
            <a:ext cx="2381250" cy="628650"/>
          </a:xfrm>
          <a:prstGeom prst="rect">
            <a:avLst/>
          </a:prstGeom>
          <a:noFill/>
          <a:ln>
            <a:noFill/>
          </a:ln>
        </p:spPr>
      </p:pic>
      <p:grpSp>
        <p:nvGrpSpPr>
          <p:cNvPr id="26" name="Google Shape;92;p1"/>
          <p:cNvGrpSpPr/>
          <p:nvPr/>
        </p:nvGrpSpPr>
        <p:grpSpPr>
          <a:xfrm>
            <a:off x="1417638" y="2692400"/>
            <a:ext cx="6308725" cy="93663"/>
            <a:chOff x="1428728" y="2571744"/>
            <a:chExt cx="6309404" cy="94298"/>
          </a:xfrm>
        </p:grpSpPr>
        <p:cxnSp>
          <p:nvCxnSpPr>
            <p:cNvPr id="3145728" name="Google Shape;93;p1"/>
            <p:cNvCxnSpPr/>
            <p:nvPr/>
          </p:nvCxnSpPr>
          <p:spPr>
            <a:xfrm>
              <a:off x="1428728" y="2618094"/>
              <a:ext cx="6287177" cy="1598"/>
            </a:xfrm>
            <a:prstGeom prst="straightConnector1">
              <a:avLst/>
            </a:prstGeom>
            <a:noFill/>
            <a:ln w="9525" cap="flat" cmpd="sng">
              <a:solidFill>
                <a:srgbClr val="000000"/>
              </a:solidFill>
              <a:prstDash val="solid"/>
              <a:round/>
              <a:headEnd type="none" w="med" len="med"/>
              <a:tailEnd type="none" w="med" len="med"/>
            </a:ln>
          </p:spPr>
        </p:cxnSp>
        <p:sp>
          <p:nvSpPr>
            <p:cNvPr id="1048588" name="Google Shape;94;p1"/>
            <p:cNvSpPr/>
            <p:nvPr/>
          </p:nvSpPr>
          <p:spPr>
            <a:xfrm rot="10800000">
              <a:off x="1428728" y="2571744"/>
              <a:ext cx="93672" cy="94298"/>
            </a:xfrm>
            <a:prstGeom prst="ellipse">
              <a:avLst/>
            </a:prstGeom>
            <a:solidFill>
              <a:srgbClr val="000000"/>
            </a:solidFill>
            <a:ln>
              <a:noFill/>
            </a:ln>
          </p:spPr>
          <p:txBody>
            <a:bodyPr spcFirstLastPara="1" wrap="square" lIns="91425" tIns="45700" rIns="91425" bIns="45700" anchor="ctr" anchorCtr="0">
              <a:noAutofit/>
            </a:bodyPr>
            <a:p>
              <a:pPr marL="0" marR="0" lvl="0" indent="0" algn="ctr" rtl="0">
                <a:spcBef>
                  <a:spcPts val="0"/>
                </a:spcBef>
                <a:spcAft>
                  <a:spcPts val="0"/>
                </a:spcAft>
                <a:buClr>
                  <a:schemeClr val="dk1"/>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048589" name="Google Shape;95;p1"/>
            <p:cNvSpPr/>
            <p:nvPr/>
          </p:nvSpPr>
          <p:spPr>
            <a:xfrm rot="10800000">
              <a:off x="7644459" y="2571744"/>
              <a:ext cx="93673" cy="94298"/>
            </a:xfrm>
            <a:prstGeom prst="ellipse">
              <a:avLst/>
            </a:prstGeom>
            <a:solidFill>
              <a:srgbClr val="000000"/>
            </a:solidFill>
            <a:ln>
              <a:noFill/>
            </a:ln>
          </p:spPr>
          <p:txBody>
            <a:bodyPr spcFirstLastPara="1" wrap="square" lIns="91425" tIns="45700" rIns="91425" bIns="45700" anchor="ctr" anchorCtr="0">
              <a:noAutofit/>
            </a:bodyPr>
            <a:p>
              <a:pPr marL="0" marR="0" lvl="0" indent="0" algn="ctr" rtl="0">
                <a:spcBef>
                  <a:spcPts val="0"/>
                </a:spcBef>
                <a:spcAft>
                  <a:spcPts val="0"/>
                </a:spcAft>
                <a:buClr>
                  <a:schemeClr val="dk1"/>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97" name="Shape 99"/>
        <p:cNvGrpSpPr/>
        <p:nvPr/>
      </p:nvGrpSpPr>
      <p:grpSpPr>
        <a:xfrm>
          <a:off x="0" y="0"/>
          <a:ext cx="0" cy="0"/>
          <a:chOff x="0" y="0"/>
          <a:chExt cx="0" cy="0"/>
        </a:xfrm>
      </p:grpSpPr>
      <p:pic>
        <p:nvPicPr>
          <p:cNvPr id="2097154" name="Google Shape;100;p2" descr="C:\Users\parul\Desktop\Digital Learning Content.png"/>
          <p:cNvPicPr preferRelativeResize="0"/>
          <p:nvPr/>
        </p:nvPicPr>
        <p:blipFill rotWithShape="1">
          <a:blip r:embed="rId1"/>
          <a:srcRect/>
          <a:stretch>
            <a:fillRect/>
          </a:stretch>
        </p:blipFill>
        <p:spPr>
          <a:xfrm>
            <a:off x="0" y="0"/>
            <a:ext cx="9144000" cy="6900863"/>
          </a:xfrm>
          <a:prstGeom prst="rect">
            <a:avLst/>
          </a:prstGeom>
          <a:noFill/>
          <a:ln>
            <a:noFill/>
          </a:ln>
        </p:spPr>
      </p:pic>
      <p:pic>
        <p:nvPicPr>
          <p:cNvPr id="2097155" name="Google Shape;101;p2" descr="C:\Users\parul\Desktop\Untitled-1.png"/>
          <p:cNvPicPr preferRelativeResize="0"/>
          <p:nvPr/>
        </p:nvPicPr>
        <p:blipFill rotWithShape="1">
          <a:blip r:embed="rId2"/>
          <a:srcRect/>
          <a:stretch>
            <a:fillRect/>
          </a:stretch>
        </p:blipFill>
        <p:spPr>
          <a:xfrm>
            <a:off x="1857375" y="2571750"/>
            <a:ext cx="5430838" cy="2803525"/>
          </a:xfrm>
          <a:prstGeom prst="rect">
            <a:avLst/>
          </a:prstGeom>
          <a:noFill/>
          <a:ln>
            <a:noFill/>
          </a:ln>
        </p:spPr>
      </p:pic>
      <p:sp>
        <p:nvSpPr>
          <p:cNvPr id="1048597" name="Google Shape;102;p2"/>
          <p:cNvSpPr/>
          <p:nvPr/>
        </p:nvSpPr>
        <p:spPr>
          <a:xfrm>
            <a:off x="0" y="3714750"/>
            <a:ext cx="9144000" cy="714375"/>
          </a:xfrm>
          <a:prstGeom prst="rect">
            <a:avLst/>
          </a:prstGeom>
          <a:solidFill>
            <a:srgbClr val="1F497D"/>
          </a:solidFill>
          <a:ln>
            <a:noFill/>
          </a:ln>
        </p:spPr>
        <p:txBody>
          <a:bodyPr spcFirstLastPara="1" wrap="square" lIns="91425" tIns="45700" rIns="91425" bIns="45700" anchor="ctr" anchorCtr="0">
            <a:noAutofit/>
          </a:bodyPr>
          <a:p>
            <a:pPr marL="0" marR="0" lvl="0" indent="0" algn="ctr" rtl="0">
              <a:spcBef>
                <a:spcPts val="0"/>
              </a:spcBef>
              <a:spcAft>
                <a:spcPts val="0"/>
              </a:spcAft>
              <a:buClr>
                <a:schemeClr val="dk1"/>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048598" name="Google Shape;103;p2"/>
          <p:cNvSpPr/>
          <p:nvPr/>
        </p:nvSpPr>
        <p:spPr>
          <a:xfrm>
            <a:off x="857250" y="3756025"/>
            <a:ext cx="7429500" cy="631825"/>
          </a:xfrm>
          <a:prstGeom prst="rect">
            <a:avLst/>
          </a:prstGeom>
          <a:noFill/>
          <a:ln>
            <a:noFill/>
          </a:ln>
        </p:spPr>
        <p:txBody>
          <a:bodyPr spcFirstLastPara="1" wrap="square" lIns="91425" tIns="45700" rIns="91425" bIns="45700" anchor="t" anchorCtr="0">
            <a:noAutofit/>
          </a:bodyPr>
          <a:p>
            <a:pPr marL="0" marR="0" lvl="0" indent="0" algn="ctr" rtl="0">
              <a:spcBef>
                <a:spcPts val="0"/>
              </a:spcBef>
              <a:spcAft>
                <a:spcPts val="0"/>
              </a:spcAft>
              <a:buClr>
                <a:schemeClr val="lt1"/>
              </a:buClr>
              <a:buSzPts val="3500"/>
              <a:buFont typeface="Arial" panose="020B0604020202020204"/>
              <a:buNone/>
            </a:pPr>
            <a:r>
              <a:rPr lang="en-IN" sz="3500" b="1" i="0" u="none" strike="noStrike" cap="none">
                <a:solidFill>
                  <a:schemeClr val="lt1"/>
                </a:solidFill>
                <a:latin typeface="Calibri" panose="020F0502020204030204"/>
                <a:ea typeface="Calibri" panose="020F0502020204030204"/>
                <a:cs typeface="Calibri" panose="020F0502020204030204"/>
                <a:sym typeface="Calibri" panose="020F0502020204030204"/>
              </a:rPr>
              <a:t> Introduction to Spring Boot </a:t>
            </a:r>
            <a:endParaRPr lang="en-IN" sz="3500" b="1"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048599" name="Google Shape;104;p2"/>
          <p:cNvSpPr/>
          <p:nvPr/>
        </p:nvSpPr>
        <p:spPr>
          <a:xfrm>
            <a:off x="1714500" y="3071813"/>
            <a:ext cx="5715000" cy="630237"/>
          </a:xfrm>
          <a:prstGeom prst="rect">
            <a:avLst/>
          </a:prstGeom>
          <a:noFill/>
          <a:ln>
            <a:noFill/>
          </a:ln>
        </p:spPr>
        <p:txBody>
          <a:bodyPr spcFirstLastPara="1" wrap="square" lIns="91425" tIns="45700" rIns="91425" bIns="45700" anchor="t" anchorCtr="0">
            <a:noAutofit/>
          </a:bodyPr>
          <a:p>
            <a:pPr marL="0" marR="0" lvl="0" indent="0" algn="ctr" rtl="0">
              <a:spcBef>
                <a:spcPts val="0"/>
              </a:spcBef>
              <a:spcAft>
                <a:spcPts val="0"/>
              </a:spcAft>
              <a:buClr>
                <a:schemeClr val="dk1"/>
              </a:buClr>
              <a:buSzPts val="3500"/>
              <a:buFont typeface="Arial" panose="020B0604020202020204"/>
              <a:buNone/>
            </a:pPr>
            <a:r>
              <a:rPr lang="en-IN" sz="3500" b="1" i="0" u="none" strike="noStrike" cap="none">
                <a:solidFill>
                  <a:schemeClr val="dk1"/>
                </a:solidFill>
                <a:latin typeface="Calibri" panose="020F0502020204030204"/>
                <a:ea typeface="Calibri" panose="020F0502020204030204"/>
                <a:cs typeface="Calibri" panose="020F0502020204030204"/>
                <a:sym typeface="Calibri" panose="020F0502020204030204"/>
              </a:rPr>
              <a:t>CHAPTER-6</a:t>
            </a:r>
            <a:endParaRPr lang="en-IN" sz="3500" b="1"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00" name="Shape 108"/>
        <p:cNvGrpSpPr/>
        <p:nvPr/>
      </p:nvGrpSpPr>
      <p:grpSpPr>
        <a:xfrm>
          <a:off x="0" y="0"/>
          <a:ext cx="0" cy="0"/>
          <a:chOff x="0" y="0"/>
          <a:chExt cx="0" cy="0"/>
        </a:xfrm>
      </p:grpSpPr>
      <p:sp>
        <p:nvSpPr>
          <p:cNvPr id="3" name="Title 2"/>
          <p:cNvSpPr/>
          <p:nvPr>
            <p:ph type="title"/>
          </p:nvPr>
        </p:nvSpPr>
        <p:spPr/>
        <p:txBody>
          <a:bodyPr/>
          <a:p>
            <a:endParaRPr lang="en-US"/>
          </a:p>
        </p:txBody>
      </p:sp>
      <p:pic>
        <p:nvPicPr>
          <p:cNvPr id="2097156" name="Google Shape;109;p3" descr="C:\Users\parul\Desktop\Digital Learning Content.png"/>
          <p:cNvPicPr preferRelativeResize="0"/>
          <p:nvPr/>
        </p:nvPicPr>
        <p:blipFill rotWithShape="1">
          <a:blip r:embed="rId1"/>
          <a:srcRect/>
          <a:stretch>
            <a:fillRect/>
          </a:stretch>
        </p:blipFill>
        <p:spPr>
          <a:xfrm>
            <a:off x="0" y="0"/>
            <a:ext cx="9144000" cy="6900863"/>
          </a:xfrm>
          <a:prstGeom prst="rect">
            <a:avLst/>
          </a:prstGeom>
          <a:noFill/>
          <a:ln>
            <a:noFill/>
          </a:ln>
        </p:spPr>
      </p:pic>
      <p:sp>
        <p:nvSpPr>
          <p:cNvPr id="4" name="Text Placeholder 3"/>
          <p:cNvSpPr/>
          <p:nvPr>
            <p:ph type="body" idx="1"/>
          </p:nvPr>
        </p:nvSpPr>
        <p:spPr>
          <a:xfrm>
            <a:off x="95250" y="2390140"/>
            <a:ext cx="6913245" cy="3463925"/>
          </a:xfrm>
        </p:spPr>
        <p:txBody>
          <a:bodyPr/>
          <a:p>
            <a:pPr marL="571500" indent="-342900">
              <a:buFont typeface="Arial" panose="020B0604020202020204" pitchFamily="34" charset="0"/>
              <a:buChar char="•"/>
            </a:pPr>
            <a:r>
              <a:rPr lang="en-IN" altLang="en-US" sz="2400">
                <a:sym typeface="+mn-ea"/>
              </a:rPr>
              <a:t>POJO</a:t>
            </a:r>
            <a:endParaRPr lang="en-IN" altLang="en-US" sz="2400">
              <a:sym typeface="+mn-ea"/>
            </a:endParaRPr>
          </a:p>
          <a:p>
            <a:pPr marL="571500" indent="-342900">
              <a:buFont typeface="Arial" panose="020B0604020202020204" pitchFamily="34" charset="0"/>
              <a:buChar char="•"/>
            </a:pPr>
            <a:r>
              <a:rPr lang="en-IN" altLang="en-US" sz="2400">
                <a:sym typeface="+mn-ea"/>
              </a:rPr>
              <a:t>Dependency Injection</a:t>
            </a:r>
            <a:endParaRPr lang="en-IN" altLang="en-US" sz="2400">
              <a:sym typeface="+mn-ea"/>
            </a:endParaRPr>
          </a:p>
          <a:p>
            <a:pPr marL="571500" indent="-342900">
              <a:buFont typeface="Arial" panose="020B0604020202020204" pitchFamily="34" charset="0"/>
              <a:buChar char="•"/>
            </a:pPr>
            <a:r>
              <a:rPr lang="en-IN" altLang="en-US" sz="2400">
                <a:sym typeface="+mn-ea"/>
              </a:rPr>
              <a:t>MVC</a:t>
            </a:r>
            <a:endParaRPr lang="en-IN" altLang="en-US" sz="2400">
              <a:sym typeface="+mn-ea"/>
            </a:endParaRPr>
          </a:p>
          <a:p>
            <a:pPr marL="571500" indent="-342900">
              <a:buFont typeface="Arial" panose="020B0604020202020204" pitchFamily="34" charset="0"/>
              <a:buChar char="•"/>
            </a:pPr>
            <a:r>
              <a:rPr lang="en-IN" altLang="en-US" sz="2400">
                <a:sym typeface="+mn-ea"/>
              </a:rPr>
              <a:t>REST</a:t>
            </a:r>
            <a:endParaRPr lang="en-IN" altLang="en-US" sz="2400">
              <a:sym typeface="+mn-ea"/>
            </a:endParaRPr>
          </a:p>
          <a:p>
            <a:pPr marL="571500" indent="-342900">
              <a:buFont typeface="Arial" panose="020B0604020202020204" pitchFamily="34" charset="0"/>
              <a:buChar char="•"/>
            </a:pPr>
            <a:r>
              <a:rPr lang="en-IN" altLang="en-US" sz="2400">
                <a:sym typeface="+mn-ea"/>
              </a:rPr>
              <a:t>Security</a:t>
            </a:r>
            <a:endParaRPr lang="en-IN" altLang="en-US" sz="2400">
              <a:sym typeface="+mn-ea"/>
            </a:endParaRPr>
          </a:p>
          <a:p>
            <a:pPr marL="571500" indent="-342900">
              <a:buFont typeface="Arial" panose="020B0604020202020204" pitchFamily="34" charset="0"/>
              <a:buChar char="•"/>
            </a:pPr>
            <a:r>
              <a:rPr lang="en-IN" altLang="en-US" sz="2400">
                <a:sym typeface="+mn-ea"/>
              </a:rPr>
              <a:t>Batch</a:t>
            </a:r>
            <a:endParaRPr lang="en-IN" altLang="en-US" sz="2400">
              <a:sym typeface="+mn-ea"/>
            </a:endParaRPr>
          </a:p>
          <a:p>
            <a:pPr marL="571500" indent="-342900">
              <a:buFont typeface="Arial" panose="020B0604020202020204" pitchFamily="34" charset="0"/>
              <a:buChar char="•"/>
            </a:pPr>
            <a:r>
              <a:rPr lang="en-IN" altLang="en-US" sz="2400">
                <a:sym typeface="+mn-ea"/>
              </a:rPr>
              <a:t>Data</a:t>
            </a:r>
            <a:endParaRPr lang="en-IN" altLang="en-US" sz="2400">
              <a:sym typeface="+mn-ea"/>
            </a:endParaRPr>
          </a:p>
          <a:p>
            <a:pPr marL="571500" indent="-342900">
              <a:buFont typeface="Arial" panose="020B0604020202020204" pitchFamily="34" charset="0"/>
              <a:buChar char="•"/>
            </a:pPr>
            <a:r>
              <a:rPr lang="en-IN" altLang="en-US" sz="2400">
                <a:sym typeface="+mn-ea"/>
              </a:rPr>
              <a:t>AOP</a:t>
            </a:r>
            <a:endParaRPr lang="en-IN" altLang="en-US" sz="2400">
              <a:sym typeface="+mn-ea"/>
            </a:endParaRPr>
          </a:p>
          <a:p>
            <a:pPr marL="228600" indent="0">
              <a:buFont typeface="Arial" panose="020B0604020202020204" pitchFamily="34" charset="0"/>
            </a:pPr>
            <a:r>
              <a:rPr lang="en-IN" altLang="en-US" sz="2400">
                <a:sym typeface="+mn-ea"/>
              </a:rPr>
              <a:t>.....</a:t>
            </a:r>
            <a:endParaRPr lang="en-IN" altLang="en-US" sz="2400">
              <a:sym typeface="+mn-ea"/>
            </a:endParaRPr>
          </a:p>
          <a:p>
            <a:pPr marL="228600" indent="0">
              <a:buFont typeface="Arial" panose="020B0604020202020204" pitchFamily="34" charset="0"/>
            </a:pPr>
            <a:r>
              <a:rPr lang="en-IN" altLang="en-US" sz="2400">
                <a:sym typeface="+mn-ea"/>
              </a:rPr>
              <a:t>Integrate with Hibernate  and Struts</a:t>
            </a:r>
            <a:endParaRPr lang="en-IN" altLang="en-US" sz="2400">
              <a:sym typeface="+mn-ea"/>
            </a:endParaRPr>
          </a:p>
        </p:txBody>
      </p:sp>
      <p:sp>
        <p:nvSpPr>
          <p:cNvPr id="1048603" name="Google Shape;112;p3"/>
          <p:cNvSpPr/>
          <p:nvPr/>
        </p:nvSpPr>
        <p:spPr>
          <a:xfrm>
            <a:off x="1270" y="1643063"/>
            <a:ext cx="9144000" cy="642937"/>
          </a:xfrm>
          <a:prstGeom prst="rect">
            <a:avLst/>
          </a:prstGeom>
          <a:solidFill>
            <a:srgbClr val="1F497D"/>
          </a:solidFill>
          <a:ln>
            <a:noFill/>
          </a:ln>
        </p:spPr>
        <p:txBody>
          <a:bodyPr spcFirstLastPara="1" wrap="square" lIns="91425" tIns="45700" rIns="91425" bIns="45700" anchor="ctr" anchorCtr="0">
            <a:noAutofit/>
          </a:bodyPr>
          <a:p>
            <a:pPr marL="0" marR="0" lvl="0" indent="0" algn="ctr" rtl="0">
              <a:spcBef>
                <a:spcPts val="0"/>
              </a:spcBef>
              <a:spcAft>
                <a:spcPts val="0"/>
              </a:spcAft>
              <a:buClr>
                <a:schemeClr val="dk1"/>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048604" name="Google Shape;113;p3"/>
          <p:cNvSpPr/>
          <p:nvPr/>
        </p:nvSpPr>
        <p:spPr>
          <a:xfrm>
            <a:off x="190500" y="1687513"/>
            <a:ext cx="8763000" cy="554037"/>
          </a:xfrm>
          <a:prstGeom prst="rect">
            <a:avLst/>
          </a:prstGeom>
          <a:noFill/>
          <a:ln>
            <a:noFill/>
          </a:ln>
        </p:spPr>
        <p:txBody>
          <a:bodyPr spcFirstLastPara="1" wrap="square" lIns="91425" tIns="45700" rIns="91425" bIns="45700" anchor="t" anchorCtr="0">
            <a:noAutofit/>
          </a:bodyPr>
          <a:p>
            <a:pPr marL="0" marR="0" lvl="0" indent="0" algn="l" rtl="0">
              <a:spcBef>
                <a:spcPts val="0"/>
              </a:spcBef>
              <a:spcAft>
                <a:spcPts val="0"/>
              </a:spcAft>
              <a:buClr>
                <a:schemeClr val="lt1"/>
              </a:buClr>
              <a:buSzPts val="3000"/>
              <a:buFont typeface="Arial" panose="020B0604020202020204"/>
              <a:buNone/>
            </a:pPr>
            <a:r>
              <a:rPr lang="en-US" sz="3000" b="1" i="0" u="none" strike="noStrike" cap="none">
                <a:solidFill>
                  <a:schemeClr val="bg1"/>
                </a:solidFill>
                <a:latin typeface="Calibri" panose="020F0502020204030204"/>
                <a:ea typeface="Calibri" panose="020F0502020204030204"/>
                <a:cs typeface="Calibri" panose="020F0502020204030204"/>
                <a:sym typeface="Calibri" panose="020F0502020204030204"/>
              </a:rPr>
              <a:t> </a:t>
            </a:r>
            <a:r>
              <a:rPr lang="en-IN" altLang="en-US" sz="3000" b="1" i="0" u="none" strike="noStrike" cap="none">
                <a:solidFill>
                  <a:schemeClr val="bg1"/>
                </a:solidFill>
                <a:latin typeface="Calibri" panose="020F0502020204030204"/>
                <a:ea typeface="Calibri" panose="020F0502020204030204"/>
                <a:cs typeface="Calibri" panose="020F0502020204030204"/>
                <a:sym typeface="Calibri" panose="020F0502020204030204"/>
              </a:rPr>
              <a:t> Spring Frame Work </a:t>
            </a:r>
            <a:endParaRPr lang="en-US" sz="3000" b="1" i="0" u="none" strike="noStrike" cap="none">
              <a:solidFill>
                <a:schemeClr val="bg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00" name="Shape 108"/>
        <p:cNvGrpSpPr/>
        <p:nvPr/>
      </p:nvGrpSpPr>
      <p:grpSpPr>
        <a:xfrm>
          <a:off x="0" y="0"/>
          <a:ext cx="0" cy="0"/>
          <a:chOff x="0" y="0"/>
          <a:chExt cx="0" cy="0"/>
        </a:xfrm>
      </p:grpSpPr>
      <p:sp>
        <p:nvSpPr>
          <p:cNvPr id="5" name="Title 4"/>
          <p:cNvSpPr/>
          <p:nvPr>
            <p:ph type="title"/>
          </p:nvPr>
        </p:nvSpPr>
        <p:spPr/>
        <p:txBody>
          <a:bodyPr/>
          <a:p>
            <a:endParaRPr lang="en-US"/>
          </a:p>
        </p:txBody>
      </p:sp>
      <p:pic>
        <p:nvPicPr>
          <p:cNvPr id="2097156" name="Google Shape;109;p3" descr="C:\Users\parul\Desktop\Digital Learning Content.png"/>
          <p:cNvPicPr preferRelativeResize="0"/>
          <p:nvPr/>
        </p:nvPicPr>
        <p:blipFill rotWithShape="1">
          <a:blip r:embed="rId1"/>
          <a:srcRect/>
          <a:stretch>
            <a:fillRect/>
          </a:stretch>
        </p:blipFill>
        <p:spPr>
          <a:xfrm>
            <a:off x="0" y="0"/>
            <a:ext cx="9144000" cy="6900863"/>
          </a:xfrm>
          <a:prstGeom prst="rect">
            <a:avLst/>
          </a:prstGeom>
          <a:noFill/>
          <a:ln>
            <a:noFill/>
          </a:ln>
        </p:spPr>
      </p:pic>
      <p:sp>
        <p:nvSpPr>
          <p:cNvPr id="1048603" name="Google Shape;112;p3"/>
          <p:cNvSpPr/>
          <p:nvPr/>
        </p:nvSpPr>
        <p:spPr>
          <a:xfrm>
            <a:off x="1270" y="1643063"/>
            <a:ext cx="9144000" cy="642937"/>
          </a:xfrm>
          <a:prstGeom prst="rect">
            <a:avLst/>
          </a:prstGeom>
          <a:solidFill>
            <a:srgbClr val="1F497D"/>
          </a:solidFill>
          <a:ln>
            <a:noFill/>
          </a:ln>
        </p:spPr>
        <p:txBody>
          <a:bodyPr spcFirstLastPara="1" wrap="square" lIns="91425" tIns="45700" rIns="91425" bIns="45700" anchor="ctr" anchorCtr="0">
            <a:noAutofit/>
          </a:bodyPr>
          <a:p>
            <a:pPr marL="0" marR="0" lvl="0" indent="0" algn="ctr" rtl="0">
              <a:spcBef>
                <a:spcPts val="0"/>
              </a:spcBef>
              <a:spcAft>
                <a:spcPts val="0"/>
              </a:spcAft>
              <a:buClr>
                <a:schemeClr val="dk1"/>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048604" name="Google Shape;113;p3"/>
          <p:cNvSpPr/>
          <p:nvPr/>
        </p:nvSpPr>
        <p:spPr>
          <a:xfrm>
            <a:off x="190500" y="1687513"/>
            <a:ext cx="8763000" cy="554037"/>
          </a:xfrm>
          <a:prstGeom prst="rect">
            <a:avLst/>
          </a:prstGeom>
          <a:noFill/>
          <a:ln>
            <a:noFill/>
          </a:ln>
        </p:spPr>
        <p:txBody>
          <a:bodyPr spcFirstLastPara="1" wrap="square" lIns="91425" tIns="45700" rIns="91425" bIns="45700" anchor="t" anchorCtr="0">
            <a:noAutofit/>
          </a:bodyPr>
          <a:p>
            <a:pPr marL="0" marR="0" lvl="0" indent="0" algn="l" rtl="0">
              <a:spcBef>
                <a:spcPts val="0"/>
              </a:spcBef>
              <a:spcAft>
                <a:spcPts val="0"/>
              </a:spcAft>
              <a:buClr>
                <a:schemeClr val="lt1"/>
              </a:buClr>
              <a:buSzPts val="3000"/>
              <a:buFont typeface="Arial" panose="020B0604020202020204"/>
              <a:buNone/>
            </a:pPr>
            <a:r>
              <a:rPr lang="en-US" sz="3000" b="1" i="0" u="none" strike="noStrike" cap="none">
                <a:solidFill>
                  <a:schemeClr val="bg1"/>
                </a:solidFill>
                <a:latin typeface="Calibri" panose="020F0502020204030204"/>
                <a:ea typeface="Calibri" panose="020F0502020204030204"/>
                <a:cs typeface="Calibri" panose="020F0502020204030204"/>
                <a:sym typeface="Calibri" panose="020F0502020204030204"/>
              </a:rPr>
              <a:t> Introduction t</a:t>
            </a:r>
            <a:r>
              <a:rPr lang="en-IN" altLang="en-US" sz="3000" b="1" i="0" u="none" strike="noStrike" cap="none">
                <a:solidFill>
                  <a:schemeClr val="bg1"/>
                </a:solidFill>
                <a:latin typeface="Calibri" panose="020F0502020204030204"/>
                <a:ea typeface="Calibri" panose="020F0502020204030204"/>
                <a:cs typeface="Calibri" panose="020F0502020204030204"/>
                <a:sym typeface="Calibri" panose="020F0502020204030204"/>
              </a:rPr>
              <a:t>o spring boot</a:t>
            </a:r>
            <a:endParaRPr lang="en-US" sz="3000" b="1" i="0" u="none" strike="noStrike" cap="none">
              <a:solidFill>
                <a:schemeClr val="bg1"/>
              </a:solidFill>
              <a:latin typeface="Calibri" panose="020F0502020204030204"/>
              <a:ea typeface="Calibri" panose="020F0502020204030204"/>
              <a:cs typeface="Calibri" panose="020F0502020204030204"/>
              <a:sym typeface="Calibri" panose="020F0502020204030204"/>
            </a:endParaRPr>
          </a:p>
        </p:txBody>
      </p:sp>
      <p:pic>
        <p:nvPicPr>
          <p:cNvPr id="1" name="Picture 0"/>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027045" y="5367655"/>
            <a:ext cx="3504565" cy="914400"/>
          </a:xfrm>
          <a:prstGeom prst="rect">
            <a:avLst/>
          </a:prstGeom>
        </p:spPr>
      </p:pic>
      <p:pic>
        <p:nvPicPr>
          <p:cNvPr id="2" name="Picture Placeholder 1"/>
          <p:cNvPicPr>
            <a:picLocks noChangeAspect="1"/>
          </p:cNvPicPr>
          <p:nvPr>
            <p:ph type="pic" idx="2"/>
            <p:custDataLst>
              <p:tags r:id="rId4"/>
            </p:custDataLst>
          </p:nvPr>
        </p:nvPicPr>
        <p:blipFill>
          <a:blip r:embed="rId2">
            <a:extLst>
              <a:ext uri="{96DAC541-7B7A-43D3-8B79-37D633B846F1}">
                <asvg:svgBlip xmlns:asvg="http://schemas.microsoft.com/office/drawing/2016/SVG/main" r:embed="rId3"/>
              </a:ext>
            </a:extLst>
          </a:blip>
          <a:stretch>
            <a:fillRect/>
          </a:stretch>
        </p:blipFill>
        <p:spPr>
          <a:xfrm>
            <a:off x="3027045" y="2498090"/>
            <a:ext cx="3428365" cy="930910"/>
          </a:xfrm>
          <a:prstGeom prst="rect">
            <a:avLst/>
          </a:prstGeom>
        </p:spPr>
      </p:pic>
      <p:pic>
        <p:nvPicPr>
          <p:cNvPr id="7" name="Picture Placeholder 1"/>
          <p:cNvPicPr>
            <a:picLocks noChangeAspect="1"/>
          </p:cNvPicPr>
          <p:nvPr>
            <p:custDataLst>
              <p:tags r:id="rId5"/>
            </p:custDataLst>
          </p:nvPr>
        </p:nvPicPr>
        <p:blipFill>
          <a:blip r:embed="rId2">
            <a:extLst>
              <a:ext uri="{96DAC541-7B7A-43D3-8B79-37D633B846F1}">
                <asvg:svgBlip xmlns:asvg="http://schemas.microsoft.com/office/drawing/2016/SVG/main" r:embed="rId3"/>
              </a:ext>
            </a:extLst>
          </a:blip>
          <a:stretch>
            <a:fillRect/>
          </a:stretch>
        </p:blipFill>
        <p:spPr>
          <a:xfrm>
            <a:off x="3103245" y="3869690"/>
            <a:ext cx="3428365" cy="930910"/>
          </a:xfrm>
          <a:prstGeom prst="rect">
            <a:avLst/>
          </a:prstGeom>
          <a:noFill/>
        </p:spPr>
      </p:pic>
      <p:sp>
        <p:nvSpPr>
          <p:cNvPr id="8" name="Text Box 7"/>
          <p:cNvSpPr txBox="1"/>
          <p:nvPr/>
        </p:nvSpPr>
        <p:spPr>
          <a:xfrm>
            <a:off x="4217035" y="2750820"/>
            <a:ext cx="1117600" cy="424815"/>
          </a:xfrm>
          <a:prstGeom prst="rect">
            <a:avLst/>
          </a:prstGeom>
          <a:noFill/>
        </p:spPr>
        <p:txBody>
          <a:bodyPr wrap="square" rtlCol="0">
            <a:noAutofit/>
          </a:bodyPr>
          <a:p>
            <a:r>
              <a:rPr lang="en-IN" altLang="en-US"/>
              <a:t>Developer </a:t>
            </a:r>
            <a:endParaRPr lang="en-IN" altLang="en-US"/>
          </a:p>
        </p:txBody>
      </p:sp>
      <p:sp>
        <p:nvSpPr>
          <p:cNvPr id="9" name="Text Box 8"/>
          <p:cNvSpPr txBox="1"/>
          <p:nvPr>
            <p:custDataLst>
              <p:tags r:id="rId6"/>
            </p:custDataLst>
          </p:nvPr>
        </p:nvSpPr>
        <p:spPr>
          <a:xfrm>
            <a:off x="4217035" y="4109085"/>
            <a:ext cx="1287780" cy="443230"/>
          </a:xfrm>
          <a:prstGeom prst="rect">
            <a:avLst/>
          </a:prstGeom>
          <a:noFill/>
        </p:spPr>
        <p:txBody>
          <a:bodyPr wrap="square" rtlCol="0">
            <a:noAutofit/>
          </a:bodyPr>
          <a:p>
            <a:r>
              <a:rPr lang="en-IN" altLang="en-US"/>
              <a:t>Spring Boot </a:t>
            </a:r>
            <a:endParaRPr lang="en-IN" altLang="en-US"/>
          </a:p>
        </p:txBody>
      </p:sp>
      <p:sp>
        <p:nvSpPr>
          <p:cNvPr id="10" name="Text Box 9"/>
          <p:cNvSpPr txBox="1"/>
          <p:nvPr>
            <p:custDataLst>
              <p:tags r:id="rId7"/>
            </p:custDataLst>
          </p:nvPr>
        </p:nvSpPr>
        <p:spPr>
          <a:xfrm>
            <a:off x="3916680" y="5524500"/>
            <a:ext cx="1718945" cy="610235"/>
          </a:xfrm>
          <a:prstGeom prst="rect">
            <a:avLst/>
          </a:prstGeom>
          <a:noFill/>
        </p:spPr>
        <p:txBody>
          <a:bodyPr wrap="square" rtlCol="0">
            <a:noAutofit/>
          </a:bodyPr>
          <a:p>
            <a:r>
              <a:rPr lang="en-IN" altLang="en-US"/>
              <a:t>Spring Frame work  </a:t>
            </a:r>
            <a:endParaRPr lang="en-IN" altLang="en-US"/>
          </a:p>
        </p:txBody>
      </p:sp>
      <p:pic>
        <p:nvPicPr>
          <p:cNvPr id="11" name="Picture 10"/>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479925" y="3277870"/>
            <a:ext cx="676275" cy="676275"/>
          </a:xfrm>
          <a:prstGeom prst="rect">
            <a:avLst/>
          </a:prstGeom>
        </p:spPr>
      </p:pic>
      <p:pic>
        <p:nvPicPr>
          <p:cNvPr id="12" name="Picture 11"/>
          <p:cNvPicPr>
            <a:picLocks noChangeAspect="1"/>
          </p:cNvPicPr>
          <p:nvPr>
            <p:custDataLst>
              <p:tags r:id="rId10"/>
            </p:custDataLst>
          </p:nvPr>
        </p:nvPicPr>
        <p:blipFill>
          <a:blip r:embed="rId8">
            <a:extLst>
              <a:ext uri="{96DAC541-7B7A-43D3-8B79-37D633B846F1}">
                <asvg:svgBlip xmlns:asvg="http://schemas.microsoft.com/office/drawing/2016/SVG/main" r:embed="rId9"/>
              </a:ext>
            </a:extLst>
          </a:blip>
          <a:stretch>
            <a:fillRect/>
          </a:stretch>
        </p:blipFill>
        <p:spPr>
          <a:xfrm>
            <a:off x="4300855" y="4495800"/>
            <a:ext cx="1034415" cy="103441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00" name="Shape 108"/>
        <p:cNvGrpSpPr/>
        <p:nvPr/>
      </p:nvGrpSpPr>
      <p:grpSpPr>
        <a:xfrm>
          <a:off x="0" y="0"/>
          <a:ext cx="0" cy="0"/>
          <a:chOff x="0" y="0"/>
          <a:chExt cx="0" cy="0"/>
        </a:xfrm>
      </p:grpSpPr>
      <p:sp>
        <p:nvSpPr>
          <p:cNvPr id="3" name="Title 2"/>
          <p:cNvSpPr/>
          <p:nvPr>
            <p:ph type="title"/>
          </p:nvPr>
        </p:nvSpPr>
        <p:spPr/>
        <p:txBody>
          <a:bodyPr/>
          <a:p>
            <a:endParaRPr lang="en-US"/>
          </a:p>
        </p:txBody>
      </p:sp>
      <p:pic>
        <p:nvPicPr>
          <p:cNvPr id="2097156" name="Google Shape;109;p3" descr="C:\Users\parul\Desktop\Digital Learning Content.png"/>
          <p:cNvPicPr preferRelativeResize="0"/>
          <p:nvPr/>
        </p:nvPicPr>
        <p:blipFill rotWithShape="1">
          <a:blip r:embed="rId1"/>
          <a:srcRect/>
          <a:stretch>
            <a:fillRect/>
          </a:stretch>
        </p:blipFill>
        <p:spPr>
          <a:xfrm>
            <a:off x="0" y="0"/>
            <a:ext cx="9144000" cy="6900863"/>
          </a:xfrm>
          <a:prstGeom prst="rect">
            <a:avLst/>
          </a:prstGeom>
          <a:noFill/>
          <a:ln>
            <a:noFill/>
          </a:ln>
        </p:spPr>
      </p:pic>
      <p:sp>
        <p:nvSpPr>
          <p:cNvPr id="4" name="Text Placeholder 3"/>
          <p:cNvSpPr/>
          <p:nvPr>
            <p:ph type="body" idx="1"/>
          </p:nvPr>
        </p:nvSpPr>
        <p:spPr>
          <a:xfrm>
            <a:off x="190500" y="2794000"/>
            <a:ext cx="8716010" cy="2075815"/>
          </a:xfrm>
        </p:spPr>
        <p:txBody>
          <a:bodyPr/>
          <a:p>
            <a:pPr marL="514350" indent="-285750">
              <a:buFont typeface="Arial" panose="020B0604020202020204" pitchFamily="34" charset="0"/>
              <a:buChar char="•"/>
            </a:pPr>
            <a:r>
              <a:rPr lang="en-US" sz="2400">
                <a:sym typeface="+mn-ea"/>
              </a:rPr>
              <a:t>Rapid development of stand-alone applications</a:t>
            </a:r>
            <a:endParaRPr lang="en-US" sz="2400">
              <a:sym typeface="+mn-ea"/>
            </a:endParaRPr>
          </a:p>
          <a:p>
            <a:pPr marL="514350" indent="-285750">
              <a:buFont typeface="Arial" panose="020B0604020202020204" pitchFamily="34" charset="0"/>
              <a:buChar char="•"/>
            </a:pPr>
            <a:r>
              <a:rPr lang="en-US" sz="2400">
                <a:sym typeface="+mn-ea"/>
              </a:rPr>
              <a:t>Simplified configuration (Convention over Configuration)</a:t>
            </a:r>
            <a:endParaRPr lang="en-US" sz="2400">
              <a:sym typeface="+mn-ea"/>
            </a:endParaRPr>
          </a:p>
          <a:p>
            <a:pPr marL="514350" indent="-285750">
              <a:buFont typeface="Arial" panose="020B0604020202020204" pitchFamily="34" charset="0"/>
              <a:buChar char="•"/>
            </a:pPr>
            <a:r>
              <a:rPr lang="en-US" sz="2400">
                <a:sym typeface="+mn-ea"/>
              </a:rPr>
              <a:t>Embedded servers for easy deployment</a:t>
            </a:r>
            <a:endParaRPr lang="en-US" sz="2400">
              <a:sym typeface="+mn-ea"/>
            </a:endParaRPr>
          </a:p>
          <a:p>
            <a:pPr marL="514350" indent="-285750">
              <a:buFont typeface="Arial" panose="020B0604020202020204" pitchFamily="34" charset="0"/>
              <a:buChar char="•"/>
            </a:pPr>
            <a:r>
              <a:rPr lang="en-US" sz="2400">
                <a:sym typeface="+mn-ea"/>
              </a:rPr>
              <a:t>Production-ready features (health checks, metrics)</a:t>
            </a:r>
            <a:endParaRPr lang="en-US" sz="2400">
              <a:sym typeface="+mn-ea"/>
            </a:endParaRPr>
          </a:p>
          <a:p>
            <a:pPr marL="228600" indent="0">
              <a:buFont typeface="Arial" panose="020B0604020202020204" pitchFamily="34" charset="0"/>
            </a:pPr>
            <a:endParaRPr lang="en-US" sz="2400">
              <a:sym typeface="+mn-ea"/>
            </a:endParaRPr>
          </a:p>
        </p:txBody>
      </p:sp>
      <p:sp>
        <p:nvSpPr>
          <p:cNvPr id="1048603" name="Google Shape;112;p3"/>
          <p:cNvSpPr/>
          <p:nvPr/>
        </p:nvSpPr>
        <p:spPr>
          <a:xfrm>
            <a:off x="1270" y="1643063"/>
            <a:ext cx="9144000" cy="642937"/>
          </a:xfrm>
          <a:prstGeom prst="rect">
            <a:avLst/>
          </a:prstGeom>
          <a:solidFill>
            <a:srgbClr val="1F497D"/>
          </a:solidFill>
          <a:ln>
            <a:noFill/>
          </a:ln>
        </p:spPr>
        <p:txBody>
          <a:bodyPr spcFirstLastPara="1" wrap="square" lIns="91425" tIns="45700" rIns="91425" bIns="45700" anchor="ctr" anchorCtr="0">
            <a:noAutofit/>
          </a:bodyPr>
          <a:p>
            <a:pPr marL="0" marR="0" lvl="0" indent="0" algn="ctr" rtl="0">
              <a:spcBef>
                <a:spcPts val="0"/>
              </a:spcBef>
              <a:spcAft>
                <a:spcPts val="0"/>
              </a:spcAft>
              <a:buClr>
                <a:schemeClr val="dk1"/>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048604" name="Google Shape;113;p3"/>
          <p:cNvSpPr/>
          <p:nvPr/>
        </p:nvSpPr>
        <p:spPr>
          <a:xfrm>
            <a:off x="190500" y="1687513"/>
            <a:ext cx="8763000" cy="554037"/>
          </a:xfrm>
          <a:prstGeom prst="rect">
            <a:avLst/>
          </a:prstGeom>
          <a:noFill/>
          <a:ln>
            <a:noFill/>
          </a:ln>
        </p:spPr>
        <p:txBody>
          <a:bodyPr spcFirstLastPara="1" wrap="square" lIns="91425" tIns="45700" rIns="91425" bIns="45700" anchor="t" anchorCtr="0">
            <a:noAutofit/>
          </a:bodyPr>
          <a:p>
            <a:pPr marL="0" marR="0" lvl="0" indent="0" algn="l" rtl="0">
              <a:spcBef>
                <a:spcPts val="0"/>
              </a:spcBef>
              <a:spcAft>
                <a:spcPts val="0"/>
              </a:spcAft>
              <a:buClr>
                <a:schemeClr val="lt1"/>
              </a:buClr>
              <a:buSzPts val="3000"/>
              <a:buFont typeface="Arial" panose="020B0604020202020204"/>
              <a:buNone/>
            </a:pPr>
            <a:r>
              <a:rPr lang="en-US" sz="3000" b="1" i="0" u="none" strike="noStrike" cap="none">
                <a:solidFill>
                  <a:schemeClr val="bg1"/>
                </a:solidFill>
                <a:latin typeface="Calibri" panose="020F0502020204030204"/>
                <a:ea typeface="Calibri" panose="020F0502020204030204"/>
                <a:cs typeface="Calibri" panose="020F0502020204030204"/>
                <a:sym typeface="Calibri" panose="020F0502020204030204"/>
              </a:rPr>
              <a:t> Introduction t</a:t>
            </a:r>
            <a:r>
              <a:rPr lang="en-IN" altLang="en-US" sz="3000" b="1" i="0" u="none" strike="noStrike" cap="none">
                <a:solidFill>
                  <a:schemeClr val="bg1"/>
                </a:solidFill>
                <a:latin typeface="Calibri" panose="020F0502020204030204"/>
                <a:ea typeface="Calibri" panose="020F0502020204030204"/>
                <a:cs typeface="Calibri" panose="020F0502020204030204"/>
                <a:sym typeface="Calibri" panose="020F0502020204030204"/>
              </a:rPr>
              <a:t>o spring boot</a:t>
            </a:r>
            <a:endParaRPr lang="en-US" sz="3000" b="1" i="0" u="none" strike="noStrike" cap="none">
              <a:solidFill>
                <a:schemeClr val="bg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00" name="Shape 108"/>
        <p:cNvGrpSpPr/>
        <p:nvPr/>
      </p:nvGrpSpPr>
      <p:grpSpPr>
        <a:xfrm>
          <a:off x="0" y="0"/>
          <a:ext cx="0" cy="0"/>
          <a:chOff x="0" y="0"/>
          <a:chExt cx="0" cy="0"/>
        </a:xfrm>
      </p:grpSpPr>
      <p:sp>
        <p:nvSpPr>
          <p:cNvPr id="3" name="Title 2"/>
          <p:cNvSpPr/>
          <p:nvPr>
            <p:ph type="title"/>
          </p:nvPr>
        </p:nvSpPr>
        <p:spPr/>
        <p:txBody>
          <a:bodyPr/>
          <a:p>
            <a:endParaRPr lang="en-US"/>
          </a:p>
        </p:txBody>
      </p:sp>
      <p:pic>
        <p:nvPicPr>
          <p:cNvPr id="2097156" name="Google Shape;109;p3" descr="C:\Users\parul\Desktop\Digital Learning Content.png"/>
          <p:cNvPicPr preferRelativeResize="0"/>
          <p:nvPr/>
        </p:nvPicPr>
        <p:blipFill rotWithShape="1">
          <a:blip r:embed="rId1"/>
          <a:srcRect/>
          <a:stretch>
            <a:fillRect/>
          </a:stretch>
        </p:blipFill>
        <p:spPr>
          <a:xfrm>
            <a:off x="0" y="0"/>
            <a:ext cx="9144000" cy="6900863"/>
          </a:xfrm>
          <a:prstGeom prst="rect">
            <a:avLst/>
          </a:prstGeom>
          <a:noFill/>
          <a:ln>
            <a:noFill/>
          </a:ln>
        </p:spPr>
      </p:pic>
      <p:sp>
        <p:nvSpPr>
          <p:cNvPr id="4" name="Text Placeholder 3"/>
          <p:cNvSpPr/>
          <p:nvPr>
            <p:ph type="body" idx="1"/>
          </p:nvPr>
        </p:nvSpPr>
        <p:spPr>
          <a:xfrm>
            <a:off x="95250" y="2390140"/>
            <a:ext cx="6913245" cy="3463925"/>
          </a:xfrm>
        </p:spPr>
        <p:txBody>
          <a:bodyPr/>
          <a:p>
            <a:pPr marL="514350" indent="-285750">
              <a:buFont typeface="Arial" panose="020B0604020202020204" pitchFamily="34" charset="0"/>
              <a:buChar char="•"/>
            </a:pPr>
            <a:r>
              <a:rPr lang="en-IN" altLang="en-US" sz="2400">
                <a:sym typeface="+mn-ea"/>
              </a:rPr>
              <a:t>Starting of spring boot web application</a:t>
            </a:r>
            <a:endParaRPr lang="en-IN" altLang="en-US" sz="2400">
              <a:sym typeface="+mn-ea"/>
            </a:endParaRPr>
          </a:p>
        </p:txBody>
      </p:sp>
      <p:sp>
        <p:nvSpPr>
          <p:cNvPr id="1048603" name="Google Shape;112;p3"/>
          <p:cNvSpPr/>
          <p:nvPr/>
        </p:nvSpPr>
        <p:spPr>
          <a:xfrm>
            <a:off x="1270" y="1643063"/>
            <a:ext cx="9144000" cy="642937"/>
          </a:xfrm>
          <a:prstGeom prst="rect">
            <a:avLst/>
          </a:prstGeom>
          <a:solidFill>
            <a:srgbClr val="1F497D"/>
          </a:solidFill>
          <a:ln>
            <a:noFill/>
          </a:ln>
        </p:spPr>
        <p:txBody>
          <a:bodyPr spcFirstLastPara="1" wrap="square" lIns="91425" tIns="45700" rIns="91425" bIns="45700" anchor="ctr" anchorCtr="0">
            <a:noAutofit/>
          </a:bodyPr>
          <a:p>
            <a:pPr marL="0" marR="0" lvl="0" indent="0" algn="ctr" rtl="0">
              <a:spcBef>
                <a:spcPts val="0"/>
              </a:spcBef>
              <a:spcAft>
                <a:spcPts val="0"/>
              </a:spcAft>
              <a:buClr>
                <a:schemeClr val="dk1"/>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048604" name="Google Shape;113;p3"/>
          <p:cNvSpPr/>
          <p:nvPr/>
        </p:nvSpPr>
        <p:spPr>
          <a:xfrm>
            <a:off x="190500" y="1687513"/>
            <a:ext cx="8763000" cy="554037"/>
          </a:xfrm>
          <a:prstGeom prst="rect">
            <a:avLst/>
          </a:prstGeom>
          <a:noFill/>
          <a:ln>
            <a:noFill/>
          </a:ln>
        </p:spPr>
        <p:txBody>
          <a:bodyPr spcFirstLastPara="1" wrap="square" lIns="91425" tIns="45700" rIns="91425" bIns="45700" anchor="t" anchorCtr="0">
            <a:noAutofit/>
          </a:bodyPr>
          <a:p>
            <a:pPr marL="0" marR="0" lvl="0" indent="0" algn="l" rtl="0">
              <a:spcBef>
                <a:spcPts val="0"/>
              </a:spcBef>
              <a:spcAft>
                <a:spcPts val="0"/>
              </a:spcAft>
              <a:buClr>
                <a:schemeClr val="lt1"/>
              </a:buClr>
              <a:buSzPts val="3000"/>
              <a:buFont typeface="Arial" panose="020B0604020202020204"/>
              <a:buNone/>
            </a:pPr>
            <a:r>
              <a:rPr lang="en-US" sz="3000" b="1" i="0" u="none" strike="noStrike" cap="none">
                <a:solidFill>
                  <a:schemeClr val="bg1"/>
                </a:solidFill>
                <a:latin typeface="Calibri" panose="020F0502020204030204"/>
                <a:ea typeface="Calibri" panose="020F0502020204030204"/>
                <a:cs typeface="Calibri" panose="020F0502020204030204"/>
                <a:sym typeface="Calibri" panose="020F0502020204030204"/>
              </a:rPr>
              <a:t> Introduction t</a:t>
            </a:r>
            <a:r>
              <a:rPr lang="en-IN" altLang="en-US" sz="3000" b="1" i="0" u="none" strike="noStrike" cap="none">
                <a:solidFill>
                  <a:schemeClr val="bg1"/>
                </a:solidFill>
                <a:latin typeface="Calibri" panose="020F0502020204030204"/>
                <a:ea typeface="Calibri" panose="020F0502020204030204"/>
                <a:cs typeface="Calibri" panose="020F0502020204030204"/>
                <a:sym typeface="Calibri" panose="020F0502020204030204"/>
              </a:rPr>
              <a:t>o spring boot</a:t>
            </a:r>
            <a:endParaRPr lang="en-US" sz="3000" b="1" i="0" u="none" strike="noStrike" cap="none">
              <a:solidFill>
                <a:schemeClr val="bg1"/>
              </a:solidFill>
              <a:latin typeface="Calibri" panose="020F0502020204030204"/>
              <a:ea typeface="Calibri" panose="020F0502020204030204"/>
              <a:cs typeface="Calibri" panose="020F0502020204030204"/>
              <a:sym typeface="Calibri" panose="020F0502020204030204"/>
            </a:endParaRPr>
          </a:p>
        </p:txBody>
      </p:sp>
      <p:sp>
        <p:nvSpPr>
          <p:cNvPr id="1" name="Chevron 0"/>
          <p:cNvSpPr/>
          <p:nvPr/>
        </p:nvSpPr>
        <p:spPr>
          <a:xfrm>
            <a:off x="910590" y="3132455"/>
            <a:ext cx="3661410" cy="542290"/>
          </a:xfrm>
          <a:prstGeom prst="chevron">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IN" altLang="en-US"/>
              <a:t>Spring -boot-starter-web</a:t>
            </a:r>
            <a:endParaRPr lang="en-IN" altLang="en-US"/>
          </a:p>
        </p:txBody>
      </p:sp>
      <p:sp>
        <p:nvSpPr>
          <p:cNvPr id="2" name="Chevron 1"/>
          <p:cNvSpPr/>
          <p:nvPr>
            <p:custDataLst>
              <p:tags r:id="rId2"/>
            </p:custDataLst>
          </p:nvPr>
        </p:nvSpPr>
        <p:spPr>
          <a:xfrm>
            <a:off x="910590" y="3966210"/>
            <a:ext cx="3661410" cy="542290"/>
          </a:xfrm>
          <a:prstGeom prst="chevron">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IN" altLang="en-US"/>
              <a:t>Spring-boot-starter-jdbc</a:t>
            </a:r>
            <a:endParaRPr lang="en-IN" altLang="en-US"/>
          </a:p>
        </p:txBody>
      </p:sp>
      <p:sp>
        <p:nvSpPr>
          <p:cNvPr id="5" name="Chevron 4"/>
          <p:cNvSpPr/>
          <p:nvPr>
            <p:custDataLst>
              <p:tags r:id="rId3"/>
            </p:custDataLst>
          </p:nvPr>
        </p:nvSpPr>
        <p:spPr>
          <a:xfrm>
            <a:off x="910590" y="5202555"/>
            <a:ext cx="3661410" cy="542290"/>
          </a:xfrm>
          <a:prstGeom prst="chevron">
            <a:avLst/>
          </a:prstGeom>
          <a:gradFill>
            <a:gsLst>
              <a:gs pos="0">
                <a:srgbClr val="14CD68"/>
              </a:gs>
              <a:gs pos="100000">
                <a:srgbClr val="035C7D"/>
              </a:gs>
            </a:gsLst>
            <a:lin ang="5400000" scaled="0"/>
          </a:gra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IN" altLang="en-US"/>
              <a:t>Application.properties</a:t>
            </a:r>
            <a:endParaRPr lang="en-I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00" name="Shape 108"/>
        <p:cNvGrpSpPr/>
        <p:nvPr/>
      </p:nvGrpSpPr>
      <p:grpSpPr>
        <a:xfrm>
          <a:off x="0" y="0"/>
          <a:ext cx="0" cy="0"/>
          <a:chOff x="0" y="0"/>
          <a:chExt cx="0" cy="0"/>
        </a:xfrm>
      </p:grpSpPr>
      <p:sp>
        <p:nvSpPr>
          <p:cNvPr id="3" name="Title 2"/>
          <p:cNvSpPr/>
          <p:nvPr>
            <p:ph type="title"/>
          </p:nvPr>
        </p:nvSpPr>
        <p:spPr/>
        <p:txBody>
          <a:bodyPr/>
          <a:p>
            <a:endParaRPr lang="en-US"/>
          </a:p>
        </p:txBody>
      </p:sp>
      <p:pic>
        <p:nvPicPr>
          <p:cNvPr id="2097156" name="Google Shape;109;p3" descr="C:\Users\parul\Desktop\Digital Learning Content.png"/>
          <p:cNvPicPr preferRelativeResize="0"/>
          <p:nvPr/>
        </p:nvPicPr>
        <p:blipFill rotWithShape="1">
          <a:blip r:embed="rId1"/>
          <a:srcRect/>
          <a:stretch>
            <a:fillRect/>
          </a:stretch>
        </p:blipFill>
        <p:spPr>
          <a:xfrm>
            <a:off x="0" y="0"/>
            <a:ext cx="9144000" cy="6900863"/>
          </a:xfrm>
          <a:prstGeom prst="rect">
            <a:avLst/>
          </a:prstGeom>
          <a:noFill/>
          <a:ln>
            <a:noFill/>
          </a:ln>
        </p:spPr>
      </p:pic>
      <p:sp>
        <p:nvSpPr>
          <p:cNvPr id="4" name="Text Placeholder 3"/>
          <p:cNvSpPr/>
          <p:nvPr>
            <p:ph type="body" idx="1"/>
          </p:nvPr>
        </p:nvSpPr>
        <p:spPr>
          <a:xfrm>
            <a:off x="95250" y="2390140"/>
            <a:ext cx="6913245" cy="3463925"/>
          </a:xfrm>
        </p:spPr>
        <p:txBody>
          <a:bodyPr/>
          <a:p>
            <a:pPr marL="514350" indent="-285750">
              <a:buFont typeface="Arial" panose="020B0604020202020204" pitchFamily="34" charset="0"/>
              <a:buChar char="•"/>
            </a:pPr>
            <a:r>
              <a:rPr lang="en-US" sz="2400">
                <a:sym typeface="+mn-ea"/>
              </a:rPr>
              <a:t>Spring Core</a:t>
            </a:r>
            <a:endParaRPr lang="en-US" sz="2400">
              <a:sym typeface="+mn-ea"/>
            </a:endParaRPr>
          </a:p>
          <a:p>
            <a:pPr marL="514350" indent="-285750">
              <a:buFont typeface="Arial" panose="020B0604020202020204" pitchFamily="34" charset="0"/>
              <a:buChar char="•"/>
            </a:pPr>
            <a:r>
              <a:rPr lang="en-US" sz="2400">
                <a:sym typeface="+mn-ea"/>
              </a:rPr>
              <a:t>Spring MVC (Web)</a:t>
            </a:r>
            <a:endParaRPr lang="en-US" sz="2400">
              <a:sym typeface="+mn-ea"/>
            </a:endParaRPr>
          </a:p>
          <a:p>
            <a:pPr marL="514350" indent="-285750">
              <a:buFont typeface="Arial" panose="020B0604020202020204" pitchFamily="34" charset="0"/>
              <a:buChar char="•"/>
            </a:pPr>
            <a:r>
              <a:rPr lang="en-US" sz="2400">
                <a:sym typeface="+mn-ea"/>
              </a:rPr>
              <a:t>Spring Data (Database)</a:t>
            </a:r>
            <a:endParaRPr lang="en-US" sz="2400">
              <a:sym typeface="+mn-ea"/>
            </a:endParaRPr>
          </a:p>
          <a:p>
            <a:pPr marL="514350" indent="-285750">
              <a:buFont typeface="Arial" panose="020B0604020202020204" pitchFamily="34" charset="0"/>
              <a:buChar char="•"/>
            </a:pPr>
            <a:r>
              <a:rPr lang="en-US" sz="2400">
                <a:sym typeface="+mn-ea"/>
              </a:rPr>
              <a:t>Spring Security</a:t>
            </a:r>
            <a:endParaRPr lang="en-US" sz="2400">
              <a:sym typeface="+mn-ea"/>
            </a:endParaRPr>
          </a:p>
          <a:p>
            <a:pPr marL="514350" indent="-285750">
              <a:buFont typeface="Arial" panose="020B0604020202020204" pitchFamily="34" charset="0"/>
              <a:buChar char="•"/>
            </a:pPr>
            <a:r>
              <a:rPr lang="en-US" sz="2400">
                <a:sym typeface="+mn-ea"/>
              </a:rPr>
              <a:t>Spring Cloud (Microservices)</a:t>
            </a:r>
            <a:endParaRPr lang="en-US" sz="2400">
              <a:sym typeface="+mn-ea"/>
            </a:endParaRPr>
          </a:p>
          <a:p>
            <a:pPr marL="514350" indent="-285750">
              <a:buFont typeface="Arial" panose="020B0604020202020204" pitchFamily="34" charset="0"/>
              <a:buChar char="•"/>
            </a:pPr>
            <a:r>
              <a:rPr lang="en-US" sz="2400">
                <a:sym typeface="+mn-ea"/>
              </a:rPr>
              <a:t>Demo: Creating a "Hello World" REST API with Spring Boot</a:t>
            </a:r>
            <a:endParaRPr lang="en-US" sz="2400">
              <a:sym typeface="+mn-ea"/>
            </a:endParaRPr>
          </a:p>
        </p:txBody>
      </p:sp>
      <p:sp>
        <p:nvSpPr>
          <p:cNvPr id="1048603" name="Google Shape;112;p3"/>
          <p:cNvSpPr/>
          <p:nvPr/>
        </p:nvSpPr>
        <p:spPr>
          <a:xfrm>
            <a:off x="1270" y="1643063"/>
            <a:ext cx="9144000" cy="642937"/>
          </a:xfrm>
          <a:prstGeom prst="rect">
            <a:avLst/>
          </a:prstGeom>
          <a:solidFill>
            <a:srgbClr val="1F497D"/>
          </a:solidFill>
          <a:ln>
            <a:noFill/>
          </a:ln>
        </p:spPr>
        <p:txBody>
          <a:bodyPr spcFirstLastPara="1" wrap="square" lIns="91425" tIns="45700" rIns="91425" bIns="45700" anchor="ctr" anchorCtr="0">
            <a:noAutofit/>
          </a:bodyPr>
          <a:p>
            <a:pPr marL="0" marR="0" lvl="0" indent="0" algn="ctr" rtl="0">
              <a:spcBef>
                <a:spcPts val="0"/>
              </a:spcBef>
              <a:spcAft>
                <a:spcPts val="0"/>
              </a:spcAft>
              <a:buClr>
                <a:schemeClr val="dk1"/>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048604" name="Google Shape;113;p3"/>
          <p:cNvSpPr/>
          <p:nvPr/>
        </p:nvSpPr>
        <p:spPr>
          <a:xfrm>
            <a:off x="190500" y="1687513"/>
            <a:ext cx="8763000" cy="554037"/>
          </a:xfrm>
          <a:prstGeom prst="rect">
            <a:avLst/>
          </a:prstGeom>
          <a:noFill/>
          <a:ln>
            <a:noFill/>
          </a:ln>
        </p:spPr>
        <p:txBody>
          <a:bodyPr spcFirstLastPara="1" wrap="square" lIns="91425" tIns="45700" rIns="91425" bIns="45700" anchor="t" anchorCtr="0">
            <a:noAutofit/>
          </a:bodyPr>
          <a:p>
            <a:pPr marL="0" marR="0" lvl="0" indent="0" algn="l" rtl="0">
              <a:spcBef>
                <a:spcPts val="0"/>
              </a:spcBef>
              <a:spcAft>
                <a:spcPts val="0"/>
              </a:spcAft>
              <a:buClr>
                <a:schemeClr val="lt1"/>
              </a:buClr>
              <a:buSzPts val="3000"/>
              <a:buFont typeface="Arial" panose="020B0604020202020204"/>
              <a:buNone/>
            </a:pPr>
            <a:r>
              <a:rPr lang="en-US" sz="3000" b="1" i="0" u="none" strike="noStrike" cap="none">
                <a:solidFill>
                  <a:schemeClr val="bg1"/>
                </a:solidFill>
                <a:latin typeface="Calibri" panose="020F0502020204030204"/>
                <a:ea typeface="Calibri" panose="020F0502020204030204"/>
                <a:cs typeface="Calibri" panose="020F0502020204030204"/>
                <a:sym typeface="Calibri" panose="020F0502020204030204"/>
              </a:rPr>
              <a:t> </a:t>
            </a:r>
            <a:r>
              <a:rPr lang="en-US" sz="3000" b="1">
                <a:solidFill>
                  <a:schemeClr val="bg1"/>
                </a:solidFill>
                <a:sym typeface="+mn-ea"/>
              </a:rPr>
              <a:t>Spring Ecosystem Overview:</a:t>
            </a:r>
            <a:endParaRPr lang="en-US" sz="3000" b="1">
              <a:solidFill>
                <a:schemeClr val="bg1"/>
              </a:solidFill>
              <a:sym typeface="+mn-ea"/>
            </a:endParaRPr>
          </a:p>
          <a:p>
            <a:pPr marL="0" marR="0" lvl="0" indent="0" algn="l" rtl="0">
              <a:spcBef>
                <a:spcPts val="0"/>
              </a:spcBef>
              <a:spcAft>
                <a:spcPts val="0"/>
              </a:spcAft>
              <a:buClr>
                <a:schemeClr val="lt1"/>
              </a:buClr>
              <a:buSzPts val="3000"/>
              <a:buFont typeface="Arial" panose="020B0604020202020204"/>
              <a:buNone/>
            </a:pPr>
            <a:endParaRPr lang="en-US" sz="3000" b="1" i="0" u="none" strike="noStrike" cap="none">
              <a:solidFill>
                <a:schemeClr val="bg1"/>
              </a:solidFill>
              <a:latin typeface="Calibri" panose="020F0502020204030204"/>
              <a:ea typeface="Calibri" panose="020F0502020204030204"/>
              <a:cs typeface="Calibri" panose="020F0502020204030204"/>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00" name="Shape 108"/>
        <p:cNvGrpSpPr/>
        <p:nvPr/>
      </p:nvGrpSpPr>
      <p:grpSpPr>
        <a:xfrm>
          <a:off x="0" y="0"/>
          <a:ext cx="0" cy="0"/>
          <a:chOff x="0" y="0"/>
          <a:chExt cx="0" cy="0"/>
        </a:xfrm>
      </p:grpSpPr>
      <p:sp>
        <p:nvSpPr>
          <p:cNvPr id="3" name="Title 2"/>
          <p:cNvSpPr/>
          <p:nvPr>
            <p:ph type="title"/>
          </p:nvPr>
        </p:nvSpPr>
        <p:spPr/>
        <p:txBody>
          <a:bodyPr/>
          <a:p>
            <a:endParaRPr lang="en-US"/>
          </a:p>
        </p:txBody>
      </p:sp>
      <p:pic>
        <p:nvPicPr>
          <p:cNvPr id="2097156" name="Google Shape;109;p3" descr="C:\Users\parul\Desktop\Digital Learning Content.png"/>
          <p:cNvPicPr preferRelativeResize="0"/>
          <p:nvPr/>
        </p:nvPicPr>
        <p:blipFill rotWithShape="1">
          <a:blip r:embed="rId1"/>
          <a:srcRect/>
          <a:stretch>
            <a:fillRect/>
          </a:stretch>
        </p:blipFill>
        <p:spPr>
          <a:xfrm>
            <a:off x="0" y="0"/>
            <a:ext cx="9144000" cy="6900863"/>
          </a:xfrm>
          <a:prstGeom prst="rect">
            <a:avLst/>
          </a:prstGeom>
          <a:noFill/>
          <a:ln>
            <a:noFill/>
          </a:ln>
        </p:spPr>
      </p:pic>
      <p:sp>
        <p:nvSpPr>
          <p:cNvPr id="4" name="Text Placeholder 3"/>
          <p:cNvSpPr/>
          <p:nvPr>
            <p:ph type="body" idx="1"/>
          </p:nvPr>
        </p:nvSpPr>
        <p:spPr>
          <a:xfrm>
            <a:off x="95250" y="2390140"/>
            <a:ext cx="6913245" cy="3463925"/>
          </a:xfrm>
        </p:spPr>
        <p:txBody>
          <a:bodyPr/>
          <a:p>
            <a:pPr marL="228600" indent="0">
              <a:buFont typeface="Arial" panose="020B0604020202020204" pitchFamily="34" charset="0"/>
            </a:pPr>
            <a:r>
              <a:rPr lang="en-IN" altLang="en-US" sz="2800">
                <a:sym typeface="+mn-ea"/>
              </a:rPr>
              <a:t>1)</a:t>
            </a:r>
            <a:r>
              <a:rPr lang="en-US" sz="2800">
                <a:sym typeface="+mn-ea"/>
              </a:rPr>
              <a:t>Dependency Injection</a:t>
            </a:r>
            <a:endParaRPr lang="en-US" sz="2800"/>
          </a:p>
          <a:p>
            <a:pPr marL="228600" indent="0">
              <a:buFont typeface="Arial" panose="020B0604020202020204" pitchFamily="34" charset="0"/>
            </a:pPr>
            <a:r>
              <a:rPr lang="en-IN" altLang="en-US" sz="2800">
                <a:sym typeface="+mn-ea"/>
              </a:rPr>
              <a:t>2)</a:t>
            </a:r>
            <a:r>
              <a:rPr lang="en-US" sz="2800">
                <a:sym typeface="+mn-ea"/>
              </a:rPr>
              <a:t>Autowire</a:t>
            </a:r>
            <a:endParaRPr lang="en-US" sz="2800"/>
          </a:p>
          <a:p>
            <a:pPr marL="228600" indent="0">
              <a:buFont typeface="Arial" panose="020B0604020202020204" pitchFamily="34" charset="0"/>
            </a:pPr>
            <a:r>
              <a:rPr lang="en-IN" altLang="en-US" sz="2800">
                <a:sym typeface="+mn-ea"/>
              </a:rPr>
              <a:t>3)</a:t>
            </a:r>
            <a:r>
              <a:rPr lang="en-US" sz="2800">
                <a:sym typeface="+mn-ea"/>
              </a:rPr>
              <a:t>Web App using spring boot</a:t>
            </a:r>
            <a:endParaRPr lang="en-US" sz="2800"/>
          </a:p>
          <a:p>
            <a:pPr marL="228600" indent="0">
              <a:buFont typeface="Arial" panose="020B0604020202020204" pitchFamily="34" charset="0"/>
            </a:pPr>
            <a:r>
              <a:rPr lang="en-IN" altLang="en-US" sz="2800">
                <a:sym typeface="+mn-ea"/>
              </a:rPr>
              <a:t>4)</a:t>
            </a:r>
            <a:r>
              <a:rPr lang="en-US" sz="2800">
                <a:sym typeface="+mn-ea"/>
              </a:rPr>
              <a:t>Spring Boot AOP</a:t>
            </a:r>
            <a:endParaRPr lang="en-US" sz="2800"/>
          </a:p>
          <a:p>
            <a:pPr marL="228600" indent="0">
              <a:buFont typeface="Arial" panose="020B0604020202020204" pitchFamily="34" charset="0"/>
            </a:pPr>
            <a:r>
              <a:rPr lang="en-IN" altLang="en-US" sz="2800">
                <a:sym typeface="+mn-ea"/>
              </a:rPr>
              <a:t>5)</a:t>
            </a:r>
            <a:r>
              <a:rPr lang="en-US" sz="2800">
                <a:sym typeface="+mn-ea"/>
              </a:rPr>
              <a:t>Spring Boot Database</a:t>
            </a:r>
            <a:endParaRPr lang="en-US" sz="2800"/>
          </a:p>
          <a:p>
            <a:pPr marL="228600" indent="0">
              <a:buFont typeface="Arial" panose="020B0604020202020204" pitchFamily="34" charset="0"/>
            </a:pPr>
            <a:r>
              <a:rPr lang="en-IN" altLang="en-US" sz="2800">
                <a:sym typeface="+mn-ea"/>
              </a:rPr>
              <a:t>6)</a:t>
            </a:r>
            <a:r>
              <a:rPr lang="en-US" sz="2800">
                <a:sym typeface="+mn-ea"/>
              </a:rPr>
              <a:t>Spring Rest</a:t>
            </a:r>
            <a:endParaRPr lang="en-US" sz="2800">
              <a:sym typeface="+mn-ea"/>
            </a:endParaRPr>
          </a:p>
        </p:txBody>
      </p:sp>
      <p:sp>
        <p:nvSpPr>
          <p:cNvPr id="1048603" name="Google Shape;112;p3"/>
          <p:cNvSpPr/>
          <p:nvPr/>
        </p:nvSpPr>
        <p:spPr>
          <a:xfrm>
            <a:off x="1270" y="1643063"/>
            <a:ext cx="9144000" cy="642937"/>
          </a:xfrm>
          <a:prstGeom prst="rect">
            <a:avLst/>
          </a:prstGeom>
          <a:solidFill>
            <a:srgbClr val="1F497D"/>
          </a:solidFill>
          <a:ln>
            <a:noFill/>
          </a:ln>
        </p:spPr>
        <p:txBody>
          <a:bodyPr spcFirstLastPara="1" wrap="square" lIns="91425" tIns="45700" rIns="91425" bIns="45700" anchor="ctr" anchorCtr="0">
            <a:noAutofit/>
          </a:bodyPr>
          <a:p>
            <a:pPr marL="0" marR="0" lvl="0" indent="0" algn="ctr" rtl="0">
              <a:spcBef>
                <a:spcPts val="0"/>
              </a:spcBef>
              <a:spcAft>
                <a:spcPts val="0"/>
              </a:spcAft>
              <a:buClr>
                <a:schemeClr val="dk1"/>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048604" name="Google Shape;113;p3"/>
          <p:cNvSpPr/>
          <p:nvPr/>
        </p:nvSpPr>
        <p:spPr>
          <a:xfrm>
            <a:off x="190500" y="1687513"/>
            <a:ext cx="8763000" cy="554037"/>
          </a:xfrm>
          <a:prstGeom prst="rect">
            <a:avLst/>
          </a:prstGeom>
          <a:noFill/>
          <a:ln>
            <a:noFill/>
          </a:ln>
        </p:spPr>
        <p:txBody>
          <a:bodyPr spcFirstLastPara="1" wrap="square" lIns="91425" tIns="45700" rIns="91425" bIns="45700" anchor="t" anchorCtr="0">
            <a:noAutofit/>
          </a:bodyPr>
          <a:p>
            <a:pPr marL="0" marR="0" lvl="0" indent="0" algn="l" rtl="0">
              <a:spcBef>
                <a:spcPts val="0"/>
              </a:spcBef>
              <a:spcAft>
                <a:spcPts val="0"/>
              </a:spcAft>
              <a:buClr>
                <a:schemeClr val="lt1"/>
              </a:buClr>
              <a:buSzPts val="3000"/>
              <a:buFont typeface="Arial" panose="020B0604020202020204"/>
              <a:buNone/>
            </a:pPr>
            <a:r>
              <a:rPr lang="en-US" sz="3000" b="1" i="0" u="none" strike="noStrike" cap="none">
                <a:solidFill>
                  <a:schemeClr val="bg1"/>
                </a:solidFill>
                <a:latin typeface="Calibri" panose="020F0502020204030204"/>
                <a:ea typeface="Calibri" panose="020F0502020204030204"/>
                <a:cs typeface="Calibri" panose="020F0502020204030204"/>
                <a:sym typeface="Calibri" panose="020F0502020204030204"/>
              </a:rPr>
              <a:t> Introduction t</a:t>
            </a:r>
            <a:r>
              <a:rPr lang="en-IN" altLang="en-US" sz="3000" b="1" i="0" u="none" strike="noStrike" cap="none">
                <a:solidFill>
                  <a:schemeClr val="bg1"/>
                </a:solidFill>
                <a:latin typeface="Calibri" panose="020F0502020204030204"/>
                <a:ea typeface="Calibri" panose="020F0502020204030204"/>
                <a:cs typeface="Calibri" panose="020F0502020204030204"/>
                <a:sym typeface="Calibri" panose="020F0502020204030204"/>
              </a:rPr>
              <a:t>o spring boot</a:t>
            </a:r>
            <a:endParaRPr lang="en-US" sz="3000" b="1" i="0" u="none" strike="noStrike" cap="none">
              <a:solidFill>
                <a:schemeClr val="bg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00" name="Shape 108"/>
        <p:cNvGrpSpPr/>
        <p:nvPr/>
      </p:nvGrpSpPr>
      <p:grpSpPr>
        <a:xfrm>
          <a:off x="0" y="0"/>
          <a:ext cx="0" cy="0"/>
          <a:chOff x="0" y="0"/>
          <a:chExt cx="0" cy="0"/>
        </a:xfrm>
      </p:grpSpPr>
      <p:pic>
        <p:nvPicPr>
          <p:cNvPr id="2097156" name="Google Shape;109;p3" descr="C:\Users\parul\Desktop\Digital Learning Content.png"/>
          <p:cNvPicPr preferRelativeResize="0"/>
          <p:nvPr/>
        </p:nvPicPr>
        <p:blipFill rotWithShape="1">
          <a:blip r:embed="rId1"/>
          <a:srcRect/>
          <a:stretch>
            <a:fillRect/>
          </a:stretch>
        </p:blipFill>
        <p:spPr>
          <a:xfrm>
            <a:off x="0" y="0"/>
            <a:ext cx="9144000" cy="6900863"/>
          </a:xfrm>
          <a:prstGeom prst="rect">
            <a:avLst/>
          </a:prstGeom>
          <a:noFill/>
          <a:ln>
            <a:noFill/>
          </a:ln>
        </p:spPr>
      </p:pic>
      <p:pic>
        <p:nvPicPr>
          <p:cNvPr id="2097157" name="Google Shape;110;p3" descr="C:\Users\parul\Desktop\Untitled-1.png"/>
          <p:cNvPicPr preferRelativeResize="0"/>
          <p:nvPr/>
        </p:nvPicPr>
        <p:blipFill rotWithShape="1">
          <a:blip r:embed="rId2"/>
          <a:srcRect/>
          <a:stretch>
            <a:fillRect/>
          </a:stretch>
        </p:blipFill>
        <p:spPr>
          <a:xfrm>
            <a:off x="1857375" y="3071813"/>
            <a:ext cx="5430838" cy="2803525"/>
          </a:xfrm>
          <a:prstGeom prst="rect">
            <a:avLst/>
          </a:prstGeom>
          <a:noFill/>
          <a:ln>
            <a:noFill/>
          </a:ln>
        </p:spPr>
      </p:pic>
      <p:sp>
        <p:nvSpPr>
          <p:cNvPr id="1048602" name="Google Shape;111;p3"/>
          <p:cNvSpPr txBox="1"/>
          <p:nvPr/>
        </p:nvSpPr>
        <p:spPr>
          <a:xfrm>
            <a:off x="190500" y="2286000"/>
            <a:ext cx="8558213" cy="3352165"/>
          </a:xfrm>
          <a:prstGeom prst="rect">
            <a:avLst/>
          </a:prstGeom>
          <a:noFill/>
          <a:ln>
            <a:noFill/>
          </a:ln>
        </p:spPr>
        <p:txBody>
          <a:bodyPr spcFirstLastPara="1" wrap="square" lIns="91425" tIns="45700" rIns="91425" bIns="45700" anchor="t" anchorCtr="0">
            <a:spAutoFit/>
          </a:bodyPr>
          <a:p>
            <a:pPr marL="342900" marR="0" lvl="0" indent="-342900" algn="l" rtl="0">
              <a:spcBef>
                <a:spcPts val="480"/>
              </a:spcBef>
              <a:spcAft>
                <a:spcPts val="0"/>
              </a:spcAft>
              <a:buClr>
                <a:schemeClr val="dk1"/>
              </a:buClr>
              <a:buSzPts val="2400"/>
              <a:buFont typeface="Arial" panose="020B0604020202020204" pitchFamily="34" charset="0"/>
              <a:buChar char="•"/>
            </a:pPr>
            <a:r>
              <a:rPr sz="2000" b="0" i="0" u="none" strike="noStrike" cap="none">
                <a:solidFill>
                  <a:schemeClr val="dk1"/>
                </a:solidFill>
                <a:latin typeface="Calibri" panose="020F0502020204030204"/>
                <a:ea typeface="Calibri" panose="020F0502020204030204"/>
                <a:cs typeface="Calibri" panose="020F0502020204030204"/>
                <a:sym typeface="Calibri" panose="020F0502020204030204"/>
              </a:rPr>
              <a:t> Spring Framework was created by Rod Johnson(2003) and </a:t>
            </a:r>
            <a:endParaRPr sz="20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pitchFamily="34" charset="0"/>
              <a:buNone/>
            </a:pPr>
            <a:r>
              <a:rPr lang="en-IN" sz="2000" b="0" i="0" u="none" strike="noStrike" cap="none">
                <a:solidFill>
                  <a:schemeClr val="dk1"/>
                </a:solidFill>
                <a:latin typeface="Calibri" panose="020F0502020204030204"/>
                <a:ea typeface="Calibri" panose="020F0502020204030204"/>
                <a:cs typeface="Calibri" panose="020F0502020204030204"/>
                <a:sym typeface="Calibri" panose="020F0502020204030204"/>
              </a:rPr>
              <a:t>           </a:t>
            </a:r>
            <a:r>
              <a:rPr sz="2000" b="0" i="0" u="none" strike="noStrike" cap="none">
                <a:solidFill>
                  <a:schemeClr val="dk1"/>
                </a:solidFill>
                <a:latin typeface="Calibri" panose="020F0502020204030204"/>
                <a:ea typeface="Calibri" panose="020F0502020204030204"/>
                <a:cs typeface="Calibri" panose="020F0502020204030204"/>
                <a:sym typeface="Calibri" panose="020F0502020204030204"/>
              </a:rPr>
              <a:t>released under Apache 2.0 license. </a:t>
            </a:r>
            <a:endParaRPr sz="20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480"/>
              </a:spcBef>
              <a:spcAft>
                <a:spcPts val="0"/>
              </a:spcAft>
              <a:buClr>
                <a:schemeClr val="dk1"/>
              </a:buClr>
              <a:buSzPts val="2400"/>
              <a:buFont typeface="Arial" panose="020B0604020202020204" pitchFamily="34" charset="0"/>
              <a:buChar char="•"/>
            </a:pPr>
            <a:r>
              <a:rPr sz="2000" b="0" i="0" u="none" strike="noStrike" cap="none">
                <a:solidFill>
                  <a:schemeClr val="dk1"/>
                </a:solidFill>
                <a:latin typeface="Calibri" panose="020F0502020204030204"/>
                <a:ea typeface="Calibri" panose="020F0502020204030204"/>
                <a:cs typeface="Calibri" panose="020F0502020204030204"/>
                <a:sym typeface="Calibri" panose="020F0502020204030204"/>
              </a:rPr>
              <a:t> The most popular application development framework for </a:t>
            </a:r>
            <a:endParaRPr sz="20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pitchFamily="34" charset="0"/>
              <a:buNone/>
            </a:pPr>
            <a:r>
              <a:rPr lang="en-IN" sz="2000" b="0" i="0" u="none" strike="noStrike" cap="none">
                <a:solidFill>
                  <a:schemeClr val="dk1"/>
                </a:solidFill>
                <a:latin typeface="Calibri" panose="020F0502020204030204"/>
                <a:ea typeface="Calibri" panose="020F0502020204030204"/>
                <a:cs typeface="Calibri" panose="020F0502020204030204"/>
                <a:sym typeface="Calibri" panose="020F0502020204030204"/>
              </a:rPr>
              <a:t>          </a:t>
            </a:r>
            <a:r>
              <a:rPr sz="2000" b="0" i="0" u="none" strike="noStrike" cap="none">
                <a:solidFill>
                  <a:schemeClr val="dk1"/>
                </a:solidFill>
                <a:latin typeface="Calibri" panose="020F0502020204030204"/>
                <a:ea typeface="Calibri" panose="020F0502020204030204"/>
                <a:cs typeface="Calibri" panose="020F0502020204030204"/>
                <a:sym typeface="Calibri" panose="020F0502020204030204"/>
              </a:rPr>
              <a:t>enterprise Java </a:t>
            </a:r>
            <a:endParaRPr sz="20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480"/>
              </a:spcBef>
              <a:spcAft>
                <a:spcPts val="0"/>
              </a:spcAft>
              <a:buClr>
                <a:schemeClr val="dk1"/>
              </a:buClr>
              <a:buSzPts val="2400"/>
              <a:buFont typeface="Arial" panose="020B0604020202020204" pitchFamily="34" charset="0"/>
              <a:buChar char="•"/>
            </a:pPr>
            <a:r>
              <a:rPr sz="2000" b="0" i="0" u="none" strike="noStrike" cap="none">
                <a:solidFill>
                  <a:schemeClr val="dk1"/>
                </a:solidFill>
                <a:latin typeface="Calibri" panose="020F0502020204030204"/>
                <a:ea typeface="Calibri" panose="020F0502020204030204"/>
                <a:cs typeface="Calibri" panose="020F0502020204030204"/>
                <a:sym typeface="Calibri" panose="020F0502020204030204"/>
              </a:rPr>
              <a:t> An Open source Java platform </a:t>
            </a:r>
            <a:endParaRPr sz="20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480"/>
              </a:spcBef>
              <a:spcAft>
                <a:spcPts val="0"/>
              </a:spcAft>
              <a:buClr>
                <a:schemeClr val="dk1"/>
              </a:buClr>
              <a:buSzPts val="2400"/>
              <a:buFont typeface="Arial" panose="020B0604020202020204" pitchFamily="34" charset="0"/>
              <a:buChar char="•"/>
            </a:pPr>
            <a:r>
              <a:rPr sz="2000" b="0" i="0" u="none" strike="noStrike" cap="none">
                <a:solidFill>
                  <a:schemeClr val="dk1"/>
                </a:solidFill>
                <a:latin typeface="Calibri" panose="020F0502020204030204"/>
                <a:ea typeface="Calibri" panose="020F0502020204030204"/>
                <a:cs typeface="Calibri" panose="020F0502020204030204"/>
                <a:sym typeface="Calibri" panose="020F0502020204030204"/>
              </a:rPr>
              <a:t> Provides to create high performing, easily testable and </a:t>
            </a:r>
            <a:endParaRPr sz="20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pitchFamily="34" charset="0"/>
              <a:buNone/>
            </a:pPr>
            <a:r>
              <a:rPr lang="en-IN" sz="2000" b="0" i="0" u="none" strike="noStrike" cap="none">
                <a:solidFill>
                  <a:schemeClr val="dk1"/>
                </a:solidFill>
                <a:latin typeface="Calibri" panose="020F0502020204030204"/>
                <a:ea typeface="Calibri" panose="020F0502020204030204"/>
                <a:cs typeface="Calibri" panose="020F0502020204030204"/>
                <a:sym typeface="Calibri" panose="020F0502020204030204"/>
              </a:rPr>
              <a:t>           </a:t>
            </a:r>
            <a:r>
              <a:rPr sz="2000" b="0" i="0" u="none" strike="noStrike" cap="none">
                <a:solidFill>
                  <a:schemeClr val="dk1"/>
                </a:solidFill>
                <a:latin typeface="Calibri" panose="020F0502020204030204"/>
                <a:ea typeface="Calibri" panose="020F0502020204030204"/>
                <a:cs typeface="Calibri" panose="020F0502020204030204"/>
                <a:sym typeface="Calibri" panose="020F0502020204030204"/>
              </a:rPr>
              <a:t>reusable code. </a:t>
            </a:r>
            <a:endParaRPr sz="20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480"/>
              </a:spcBef>
              <a:spcAft>
                <a:spcPts val="0"/>
              </a:spcAft>
              <a:buClr>
                <a:schemeClr val="dk1"/>
              </a:buClr>
              <a:buSzPts val="2400"/>
              <a:buFont typeface="Arial" panose="020B0604020202020204" pitchFamily="34" charset="0"/>
              <a:buChar char="•"/>
            </a:pPr>
            <a:r>
              <a:rPr sz="2000" b="0" i="0" u="none" strike="noStrike" cap="none">
                <a:solidFill>
                  <a:schemeClr val="dk1"/>
                </a:solidFill>
                <a:latin typeface="Calibri" panose="020F0502020204030204"/>
                <a:ea typeface="Calibri" panose="020F0502020204030204"/>
                <a:cs typeface="Calibri" panose="020F0502020204030204"/>
                <a:sym typeface="Calibri" panose="020F0502020204030204"/>
              </a:rPr>
              <a:t> is organized in a modular fashion </a:t>
            </a:r>
            <a:endParaRPr sz="20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480"/>
              </a:spcBef>
              <a:spcAft>
                <a:spcPts val="0"/>
              </a:spcAft>
              <a:buClr>
                <a:schemeClr val="dk1"/>
              </a:buClr>
              <a:buSzPts val="2400"/>
              <a:buFont typeface="Arial" panose="020B0604020202020204" pitchFamily="34" charset="0"/>
              <a:buChar char="•"/>
            </a:pPr>
            <a:r>
              <a:rPr sz="2000" b="0" i="0" u="none" strike="noStrike" cap="none">
                <a:solidFill>
                  <a:schemeClr val="dk1"/>
                </a:solidFill>
                <a:latin typeface="Calibri" panose="020F0502020204030204"/>
                <a:ea typeface="Calibri" panose="020F0502020204030204"/>
                <a:cs typeface="Calibri" panose="020F0502020204030204"/>
                <a:sym typeface="Calibri" panose="020F0502020204030204"/>
              </a:rPr>
              <a:t> simplifies java development</a:t>
            </a:r>
            <a:endParaRPr sz="20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48603" name="Google Shape;112;p3"/>
          <p:cNvSpPr/>
          <p:nvPr/>
        </p:nvSpPr>
        <p:spPr>
          <a:xfrm>
            <a:off x="1270" y="1643063"/>
            <a:ext cx="9144000" cy="642937"/>
          </a:xfrm>
          <a:prstGeom prst="rect">
            <a:avLst/>
          </a:prstGeom>
          <a:solidFill>
            <a:srgbClr val="1F497D"/>
          </a:solidFill>
          <a:ln>
            <a:noFill/>
          </a:ln>
        </p:spPr>
        <p:txBody>
          <a:bodyPr spcFirstLastPara="1" wrap="square" lIns="91425" tIns="45700" rIns="91425" bIns="45700" anchor="ctr" anchorCtr="0">
            <a:noAutofit/>
          </a:bodyPr>
          <a:p>
            <a:pPr marL="0" marR="0" lvl="0" indent="0" algn="ctr" rtl="0">
              <a:spcBef>
                <a:spcPts val="0"/>
              </a:spcBef>
              <a:spcAft>
                <a:spcPts val="0"/>
              </a:spcAft>
              <a:buClr>
                <a:schemeClr val="dk1"/>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048604" name="Google Shape;113;p3"/>
          <p:cNvSpPr/>
          <p:nvPr/>
        </p:nvSpPr>
        <p:spPr>
          <a:xfrm>
            <a:off x="190500" y="1687513"/>
            <a:ext cx="8763000" cy="554037"/>
          </a:xfrm>
          <a:prstGeom prst="rect">
            <a:avLst/>
          </a:prstGeom>
          <a:noFill/>
          <a:ln>
            <a:noFill/>
          </a:ln>
        </p:spPr>
        <p:txBody>
          <a:bodyPr spcFirstLastPara="1" wrap="square" lIns="91425" tIns="45700" rIns="91425" bIns="45700" anchor="t" anchorCtr="0">
            <a:noAutofit/>
          </a:bodyPr>
          <a:p>
            <a:pPr marL="0" marR="0" lvl="0" indent="0" algn="l" rtl="0">
              <a:spcBef>
                <a:spcPts val="0"/>
              </a:spcBef>
              <a:spcAft>
                <a:spcPts val="0"/>
              </a:spcAft>
              <a:buClr>
                <a:schemeClr val="lt1"/>
              </a:buClr>
              <a:buSzPts val="3000"/>
              <a:buFont typeface="Arial" panose="020B0604020202020204"/>
              <a:buNone/>
            </a:pPr>
            <a:r>
              <a:rPr sz="3000">
                <a:solidFill>
                  <a:schemeClr val="bg1"/>
                </a:solidFill>
                <a:latin typeface="Calibri" panose="020F0502020204030204"/>
                <a:ea typeface="Calibri" panose="020F0502020204030204"/>
                <a:cs typeface="Calibri" panose="020F0502020204030204"/>
                <a:sym typeface="Calibri" panose="020F0502020204030204"/>
              </a:rPr>
              <a:t>What is Spring Framework?</a:t>
            </a:r>
            <a:endParaRPr sz="3000" b="0" i="0" u="none" strike="noStrike" cap="none">
              <a:solidFill>
                <a:schemeClr val="bg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Clr>
                <a:schemeClr val="lt1"/>
              </a:buClr>
              <a:buSzPts val="3000"/>
              <a:buFont typeface="Arial" panose="020B0604020202020204"/>
              <a:buNone/>
            </a:pPr>
            <a:endParaRPr sz="3000" b="0" i="0" u="none" strike="noStrike" cap="none">
              <a:solidFill>
                <a:schemeClr val="bg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00" name="Shape 108"/>
        <p:cNvGrpSpPr/>
        <p:nvPr/>
      </p:nvGrpSpPr>
      <p:grpSpPr>
        <a:xfrm>
          <a:off x="0" y="0"/>
          <a:ext cx="0" cy="0"/>
          <a:chOff x="0" y="0"/>
          <a:chExt cx="0" cy="0"/>
        </a:xfrm>
      </p:grpSpPr>
      <p:pic>
        <p:nvPicPr>
          <p:cNvPr id="2097156" name="Google Shape;109;p3" descr="C:\Users\parul\Desktop\Digital Learning Content.png"/>
          <p:cNvPicPr preferRelativeResize="0"/>
          <p:nvPr/>
        </p:nvPicPr>
        <p:blipFill rotWithShape="1">
          <a:blip r:embed="rId1"/>
          <a:srcRect/>
          <a:stretch>
            <a:fillRect/>
          </a:stretch>
        </p:blipFill>
        <p:spPr>
          <a:xfrm>
            <a:off x="0" y="0"/>
            <a:ext cx="9144000" cy="6900863"/>
          </a:xfrm>
          <a:prstGeom prst="rect">
            <a:avLst/>
          </a:prstGeom>
          <a:noFill/>
          <a:ln>
            <a:noFill/>
          </a:ln>
        </p:spPr>
      </p:pic>
      <p:pic>
        <p:nvPicPr>
          <p:cNvPr id="2097157" name="Google Shape;110;p3" descr="C:\Users\parul\Desktop\Untitled-1.png"/>
          <p:cNvPicPr preferRelativeResize="0"/>
          <p:nvPr/>
        </p:nvPicPr>
        <p:blipFill rotWithShape="1">
          <a:blip r:embed="rId2"/>
          <a:srcRect/>
          <a:stretch>
            <a:fillRect/>
          </a:stretch>
        </p:blipFill>
        <p:spPr>
          <a:xfrm>
            <a:off x="1857375" y="3071813"/>
            <a:ext cx="5430838" cy="2803525"/>
          </a:xfrm>
          <a:prstGeom prst="rect">
            <a:avLst/>
          </a:prstGeom>
          <a:noFill/>
          <a:ln>
            <a:noFill/>
          </a:ln>
        </p:spPr>
      </p:pic>
      <p:sp>
        <p:nvSpPr>
          <p:cNvPr id="1048602" name="Google Shape;111;p3"/>
          <p:cNvSpPr txBox="1"/>
          <p:nvPr/>
        </p:nvSpPr>
        <p:spPr>
          <a:xfrm>
            <a:off x="190500" y="2286000"/>
            <a:ext cx="8952865" cy="3721735"/>
          </a:xfrm>
          <a:prstGeom prst="rect">
            <a:avLst/>
          </a:prstGeom>
          <a:noFill/>
          <a:ln>
            <a:noFill/>
          </a:ln>
        </p:spPr>
        <p:txBody>
          <a:bodyPr spcFirstLastPara="1" wrap="square" lIns="91425" tIns="45700" rIns="91425" bIns="45700" anchor="t" anchorCtr="0">
            <a:spAutoFit/>
          </a:bodyPr>
          <a:p>
            <a:pPr marL="0" marR="0" lvl="0" indent="0" algn="l" rtl="0">
              <a:spcBef>
                <a:spcPts val="480"/>
              </a:spcBef>
              <a:spcAft>
                <a:spcPts val="0"/>
              </a:spcAft>
              <a:buClr>
                <a:schemeClr val="dk1"/>
              </a:buClr>
              <a:buSzPts val="2400"/>
              <a:buFont typeface="Arial" panose="020B0604020202020204" pitchFamily="34" charset="0"/>
              <a:buNone/>
            </a:pPr>
            <a:r>
              <a:rPr lang="en-IN" sz="2000" b="0" i="0" u="none" strike="noStrike" cap="none">
                <a:solidFill>
                  <a:schemeClr val="dk1"/>
                </a:solidFill>
                <a:latin typeface="Calibri" panose="020F0502020204030204"/>
                <a:ea typeface="Calibri" panose="020F0502020204030204"/>
                <a:cs typeface="Calibri" panose="020F0502020204030204"/>
                <a:sym typeface="Calibri" panose="020F0502020204030204"/>
              </a:rPr>
              <a:t>  </a:t>
            </a:r>
            <a:r>
              <a:rPr lang="en-IN" sz="2000" b="1" i="0" u="none" strike="noStrike" cap="none">
                <a:solidFill>
                  <a:schemeClr val="dk1"/>
                </a:solidFill>
                <a:latin typeface="Calibri" panose="020F0502020204030204"/>
                <a:ea typeface="Calibri" panose="020F0502020204030204"/>
                <a:cs typeface="Calibri" panose="020F0502020204030204"/>
                <a:sym typeface="Calibri" panose="020F0502020204030204"/>
              </a:rPr>
              <a:t>E</a:t>
            </a:r>
            <a:r>
              <a:rPr sz="2000" b="1" i="0" u="none" strike="noStrike" cap="none">
                <a:solidFill>
                  <a:schemeClr val="dk1"/>
                </a:solidFill>
                <a:latin typeface="Calibri" panose="020F0502020204030204"/>
                <a:ea typeface="Calibri" panose="020F0502020204030204"/>
                <a:cs typeface="Calibri" panose="020F0502020204030204"/>
                <a:sym typeface="Calibri" panose="020F0502020204030204"/>
              </a:rPr>
              <a:t>nables Plain Old Java Object (POJO) based programming model</a:t>
            </a:r>
            <a:endParaRPr sz="2000" b="1"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480"/>
              </a:spcBef>
              <a:spcAft>
                <a:spcPts val="0"/>
              </a:spcAft>
              <a:buClr>
                <a:schemeClr val="dk1"/>
              </a:buClr>
              <a:buSzPts val="2400"/>
              <a:buFont typeface="Arial" panose="020B0604020202020204" pitchFamily="34" charset="0"/>
              <a:buChar char="•"/>
            </a:pPr>
            <a:r>
              <a:rPr sz="2000" b="0" i="0" u="none" strike="noStrike" cap="none">
                <a:solidFill>
                  <a:schemeClr val="dk1"/>
                </a:solidFill>
                <a:latin typeface="Calibri" panose="020F0502020204030204"/>
                <a:ea typeface="Calibri" panose="020F0502020204030204"/>
                <a:cs typeface="Calibri" panose="020F0502020204030204"/>
                <a:sym typeface="Calibri" panose="020F0502020204030204"/>
              </a:rPr>
              <a:t> POJO you don’t need EJB container product</a:t>
            </a:r>
            <a:endParaRPr sz="20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pitchFamily="34" charset="0"/>
              <a:buNone/>
            </a:pPr>
            <a:r>
              <a:rPr lang="en-IN" sz="2000" b="0" i="0" u="none" strike="noStrike" cap="none">
                <a:solidFill>
                  <a:schemeClr val="dk1"/>
                </a:solidFill>
                <a:latin typeface="Calibri" panose="020F0502020204030204"/>
                <a:ea typeface="Calibri" panose="020F0502020204030204"/>
                <a:cs typeface="Calibri" panose="020F0502020204030204"/>
                <a:sym typeface="Calibri" panose="020F0502020204030204"/>
              </a:rPr>
              <a:t>  </a:t>
            </a:r>
            <a:endParaRPr lang="en-IN" sz="20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pitchFamily="34" charset="0"/>
              <a:buNone/>
            </a:pPr>
            <a:r>
              <a:rPr lang="en-IN" sz="2000" b="1" i="0" u="none" strike="noStrike" cap="none">
                <a:solidFill>
                  <a:schemeClr val="dk1"/>
                </a:solidFill>
                <a:latin typeface="Calibri" panose="020F0502020204030204"/>
                <a:ea typeface="Calibri" panose="020F0502020204030204"/>
                <a:cs typeface="Calibri" panose="020F0502020204030204"/>
                <a:sym typeface="Calibri" panose="020F0502020204030204"/>
              </a:rPr>
              <a:t>U</a:t>
            </a:r>
            <a:r>
              <a:rPr sz="2000" b="1" i="0" u="none" strike="noStrike" cap="none">
                <a:solidFill>
                  <a:schemeClr val="dk1"/>
                </a:solidFill>
                <a:latin typeface="Calibri" panose="020F0502020204030204"/>
                <a:ea typeface="Calibri" panose="020F0502020204030204"/>
                <a:cs typeface="Calibri" panose="020F0502020204030204"/>
                <a:sym typeface="Calibri" panose="020F0502020204030204"/>
              </a:rPr>
              <a:t>tilizes existing technologies </a:t>
            </a:r>
            <a:endParaRPr sz="2000" b="1"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480"/>
              </a:spcBef>
              <a:spcAft>
                <a:spcPts val="0"/>
              </a:spcAft>
              <a:buClr>
                <a:schemeClr val="dk1"/>
              </a:buClr>
              <a:buSzPts val="2400"/>
              <a:buFont typeface="Arial" panose="020B0604020202020204" pitchFamily="34" charset="0"/>
              <a:buChar char="•"/>
            </a:pPr>
            <a:r>
              <a:rPr sz="2000" b="0" i="0" u="none" strike="noStrike" cap="none">
                <a:solidFill>
                  <a:schemeClr val="dk1"/>
                </a:solidFill>
                <a:latin typeface="Calibri" panose="020F0502020204030204"/>
                <a:ea typeface="Calibri" panose="020F0502020204030204"/>
                <a:cs typeface="Calibri" panose="020F0502020204030204"/>
                <a:sym typeface="Calibri" panose="020F0502020204030204"/>
              </a:rPr>
              <a:t> ORM frameworks</a:t>
            </a:r>
            <a:endParaRPr sz="20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pitchFamily="34" charset="0"/>
              <a:buNone/>
            </a:pPr>
            <a:r>
              <a:rPr lang="en-IN" sz="2000" b="0" i="0" u="none" strike="noStrike" cap="none">
                <a:solidFill>
                  <a:schemeClr val="dk1"/>
                </a:solidFill>
                <a:latin typeface="Calibri" panose="020F0502020204030204"/>
                <a:ea typeface="Calibri" panose="020F0502020204030204"/>
                <a:cs typeface="Calibri" panose="020F0502020204030204"/>
                <a:sym typeface="Calibri" panose="020F0502020204030204"/>
              </a:rPr>
              <a:t>  </a:t>
            </a:r>
            <a:endParaRPr lang="en-IN" sz="20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pitchFamily="34" charset="0"/>
              <a:buNone/>
            </a:pPr>
            <a:r>
              <a:rPr lang="en-IN" sz="2000" b="0" i="0" u="none" strike="noStrike" cap="none">
                <a:solidFill>
                  <a:schemeClr val="dk1"/>
                </a:solidFill>
                <a:latin typeface="Calibri" panose="020F0502020204030204"/>
                <a:ea typeface="Calibri" panose="020F0502020204030204"/>
                <a:cs typeface="Calibri" panose="020F0502020204030204"/>
                <a:sym typeface="Calibri" panose="020F0502020204030204"/>
              </a:rPr>
              <a:t>  </a:t>
            </a:r>
            <a:r>
              <a:rPr lang="en-IN" sz="2000" b="1" i="0" u="none" strike="noStrike" cap="none">
                <a:solidFill>
                  <a:schemeClr val="dk1"/>
                </a:solidFill>
                <a:latin typeface="Calibri" panose="020F0502020204030204"/>
                <a:ea typeface="Calibri" panose="020F0502020204030204"/>
                <a:cs typeface="Calibri" panose="020F0502020204030204"/>
                <a:sym typeface="Calibri" panose="020F0502020204030204"/>
              </a:rPr>
              <a:t>L</a:t>
            </a:r>
            <a:r>
              <a:rPr sz="2000" b="1" i="0" u="none" strike="noStrike" cap="none">
                <a:solidFill>
                  <a:schemeClr val="dk1"/>
                </a:solidFill>
                <a:latin typeface="Calibri" panose="020F0502020204030204"/>
                <a:ea typeface="Calibri" panose="020F0502020204030204"/>
                <a:cs typeface="Calibri" panose="020F0502020204030204"/>
                <a:sym typeface="Calibri" panose="020F0502020204030204"/>
              </a:rPr>
              <a:t>ogging frameworks</a:t>
            </a:r>
            <a:r>
              <a:rPr lang="en-IN" sz="2000" b="1" i="0" u="none" strike="noStrike" cap="none">
                <a:solidFill>
                  <a:schemeClr val="dk1"/>
                </a:solidFill>
                <a:latin typeface="Calibri" panose="020F0502020204030204"/>
                <a:ea typeface="Calibri" panose="020F0502020204030204"/>
                <a:cs typeface="Calibri" panose="020F0502020204030204"/>
                <a:sym typeface="Calibri" panose="020F0502020204030204"/>
              </a:rPr>
              <a:t> </a:t>
            </a:r>
            <a:r>
              <a:rPr sz="2000" b="1" i="0" u="none" strike="noStrike" cap="none">
                <a:solidFill>
                  <a:schemeClr val="dk1"/>
                </a:solidFill>
                <a:latin typeface="Calibri" panose="020F0502020204030204"/>
                <a:ea typeface="Calibri" panose="020F0502020204030204"/>
                <a:cs typeface="Calibri" panose="020F0502020204030204"/>
                <a:sym typeface="Calibri" panose="020F0502020204030204"/>
              </a:rPr>
              <a:t> </a:t>
            </a:r>
            <a:endParaRPr sz="20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480"/>
              </a:spcBef>
              <a:spcAft>
                <a:spcPts val="0"/>
              </a:spcAft>
              <a:buClr>
                <a:schemeClr val="dk1"/>
              </a:buClr>
              <a:buSzPts val="2400"/>
              <a:buFont typeface="Arial" panose="020B0604020202020204" pitchFamily="34" charset="0"/>
              <a:buChar char="•"/>
            </a:pPr>
            <a:r>
              <a:rPr sz="2000" b="0" i="0" u="none" strike="noStrike" cap="none">
                <a:solidFill>
                  <a:schemeClr val="dk1"/>
                </a:solidFill>
                <a:latin typeface="Calibri" panose="020F0502020204030204"/>
                <a:ea typeface="Calibri" panose="020F0502020204030204"/>
                <a:cs typeface="Calibri" panose="020F0502020204030204"/>
                <a:sym typeface="Calibri" panose="020F0502020204030204"/>
              </a:rPr>
              <a:t> </a:t>
            </a:r>
            <a:r>
              <a:rPr lang="en-IN" sz="2000" b="0" i="0" u="none" strike="noStrike" cap="none">
                <a:solidFill>
                  <a:schemeClr val="dk1"/>
                </a:solidFill>
                <a:latin typeface="Calibri" panose="020F0502020204030204"/>
                <a:ea typeface="Calibri" panose="020F0502020204030204"/>
                <a:cs typeface="Calibri" panose="020F0502020204030204"/>
                <a:sym typeface="Calibri" panose="020F0502020204030204"/>
              </a:rPr>
              <a:t>      </a:t>
            </a:r>
            <a:r>
              <a:rPr sz="2000" b="0" i="0" u="none" strike="noStrike" cap="none">
                <a:solidFill>
                  <a:schemeClr val="dk1"/>
                </a:solidFill>
                <a:latin typeface="Calibri" panose="020F0502020204030204"/>
                <a:ea typeface="Calibri" panose="020F0502020204030204"/>
                <a:cs typeface="Calibri" panose="020F0502020204030204"/>
                <a:sym typeface="Calibri" panose="020F0502020204030204"/>
              </a:rPr>
              <a:t>JEE</a:t>
            </a:r>
            <a:endParaRPr sz="20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480"/>
              </a:spcBef>
              <a:spcAft>
                <a:spcPts val="0"/>
              </a:spcAft>
              <a:buClr>
                <a:schemeClr val="dk1"/>
              </a:buClr>
              <a:buSzPts val="2400"/>
              <a:buFont typeface="Arial" panose="020B0604020202020204" pitchFamily="34" charset="0"/>
              <a:buChar char="•"/>
            </a:pPr>
            <a:r>
              <a:rPr sz="2000" b="0" i="0" u="none" strike="noStrike" cap="none">
                <a:solidFill>
                  <a:schemeClr val="dk1"/>
                </a:solidFill>
                <a:latin typeface="Calibri" panose="020F0502020204030204"/>
                <a:ea typeface="Calibri" panose="020F0502020204030204"/>
                <a:cs typeface="Calibri" panose="020F0502020204030204"/>
                <a:sym typeface="Calibri" panose="020F0502020204030204"/>
              </a:rPr>
              <a:t> Quartz </a:t>
            </a:r>
            <a:endParaRPr sz="20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480"/>
              </a:spcBef>
              <a:spcAft>
                <a:spcPts val="0"/>
              </a:spcAft>
              <a:buClr>
                <a:schemeClr val="dk1"/>
              </a:buClr>
              <a:buSzPts val="2400"/>
              <a:buFont typeface="Arial" panose="020B0604020202020204" pitchFamily="34" charset="0"/>
              <a:buChar char="•"/>
            </a:pPr>
            <a:r>
              <a:rPr sz="2000" b="0" i="0" u="none" strike="noStrike" cap="none">
                <a:solidFill>
                  <a:schemeClr val="dk1"/>
                </a:solidFill>
                <a:latin typeface="Calibri" panose="020F0502020204030204"/>
                <a:ea typeface="Calibri" panose="020F0502020204030204"/>
                <a:cs typeface="Calibri" panose="020F0502020204030204"/>
                <a:sym typeface="Calibri" panose="020F0502020204030204"/>
              </a:rPr>
              <a:t> JDK timers</a:t>
            </a:r>
            <a:endParaRPr sz="20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48603" name="Google Shape;112;p3"/>
          <p:cNvSpPr/>
          <p:nvPr/>
        </p:nvSpPr>
        <p:spPr>
          <a:xfrm>
            <a:off x="1270" y="1643063"/>
            <a:ext cx="9144000" cy="642937"/>
          </a:xfrm>
          <a:prstGeom prst="rect">
            <a:avLst/>
          </a:prstGeom>
          <a:solidFill>
            <a:srgbClr val="1F497D"/>
          </a:solidFill>
          <a:ln>
            <a:noFill/>
          </a:ln>
        </p:spPr>
        <p:txBody>
          <a:bodyPr spcFirstLastPara="1" wrap="square" lIns="91425" tIns="45700" rIns="91425" bIns="45700" anchor="ctr" anchorCtr="0">
            <a:noAutofit/>
          </a:bodyPr>
          <a:p>
            <a:pPr marL="0" marR="0" lvl="0" indent="0" algn="ctr" rtl="0">
              <a:spcBef>
                <a:spcPts val="0"/>
              </a:spcBef>
              <a:spcAft>
                <a:spcPts val="0"/>
              </a:spcAft>
              <a:buClr>
                <a:schemeClr val="dk1"/>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048604" name="Google Shape;113;p3"/>
          <p:cNvSpPr/>
          <p:nvPr/>
        </p:nvSpPr>
        <p:spPr>
          <a:xfrm>
            <a:off x="190500" y="1687513"/>
            <a:ext cx="8763000" cy="554037"/>
          </a:xfrm>
          <a:prstGeom prst="rect">
            <a:avLst/>
          </a:prstGeom>
          <a:noFill/>
          <a:ln>
            <a:noFill/>
          </a:ln>
        </p:spPr>
        <p:txBody>
          <a:bodyPr spcFirstLastPara="1" wrap="square" lIns="91425" tIns="45700" rIns="91425" bIns="45700" anchor="t" anchorCtr="0">
            <a:noAutofit/>
          </a:bodyPr>
          <a:p>
            <a:pPr marL="0" marR="0" lvl="0" indent="0" algn="l" rtl="0">
              <a:spcBef>
                <a:spcPts val="0"/>
              </a:spcBef>
              <a:spcAft>
                <a:spcPts val="0"/>
              </a:spcAft>
              <a:buClr>
                <a:schemeClr val="lt1"/>
              </a:buClr>
              <a:buSzPts val="3000"/>
              <a:buFont typeface="Arial" panose="020B0604020202020204"/>
              <a:buNone/>
            </a:pPr>
            <a:r>
              <a:rPr sz="3000">
                <a:solidFill>
                  <a:schemeClr val="bg1"/>
                </a:solidFill>
                <a:latin typeface="Calibri" panose="020F0502020204030204"/>
                <a:ea typeface="Calibri" panose="020F0502020204030204"/>
                <a:cs typeface="Calibri" panose="020F0502020204030204"/>
                <a:sym typeface="Calibri" panose="020F0502020204030204"/>
              </a:rPr>
              <a:t>Spring Framework</a:t>
            </a:r>
            <a:r>
              <a:rPr lang="en-IN" sz="3000" b="1" i="0" u="none" strike="noStrike" cap="none">
                <a:solidFill>
                  <a:schemeClr val="bg1"/>
                </a:solidFill>
                <a:latin typeface="Calibri" panose="020F0502020204030204"/>
                <a:ea typeface="Calibri" panose="020F0502020204030204"/>
                <a:cs typeface="Calibri" panose="020F0502020204030204"/>
                <a:sym typeface="Calibri" panose="020F0502020204030204"/>
              </a:rPr>
              <a:t> </a:t>
            </a:r>
            <a:endParaRPr lang="en-IN" sz="3000" b="1" i="0" u="none" strike="noStrike" cap="none">
              <a:solidFill>
                <a:schemeClr val="bg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00" name="Shape 108"/>
        <p:cNvGrpSpPr/>
        <p:nvPr/>
      </p:nvGrpSpPr>
      <p:grpSpPr>
        <a:xfrm>
          <a:off x="0" y="0"/>
          <a:ext cx="0" cy="0"/>
          <a:chOff x="0" y="0"/>
          <a:chExt cx="0" cy="0"/>
        </a:xfrm>
      </p:grpSpPr>
      <p:pic>
        <p:nvPicPr>
          <p:cNvPr id="2097156" name="Google Shape;109;p3" descr="C:\Users\parul\Desktop\Digital Learning Content.png"/>
          <p:cNvPicPr preferRelativeResize="0"/>
          <p:nvPr/>
        </p:nvPicPr>
        <p:blipFill rotWithShape="1">
          <a:blip r:embed="rId1"/>
          <a:srcRect/>
          <a:stretch>
            <a:fillRect/>
          </a:stretch>
        </p:blipFill>
        <p:spPr>
          <a:xfrm>
            <a:off x="0" y="0"/>
            <a:ext cx="9144000" cy="6900863"/>
          </a:xfrm>
          <a:prstGeom prst="rect">
            <a:avLst/>
          </a:prstGeom>
          <a:noFill/>
          <a:ln>
            <a:noFill/>
          </a:ln>
        </p:spPr>
      </p:pic>
      <p:pic>
        <p:nvPicPr>
          <p:cNvPr id="2097157" name="Google Shape;110;p3" descr="C:\Users\parul\Desktop\Untitled-1.png"/>
          <p:cNvPicPr preferRelativeResize="0"/>
          <p:nvPr/>
        </p:nvPicPr>
        <p:blipFill rotWithShape="1">
          <a:blip r:embed="rId2"/>
          <a:srcRect/>
          <a:stretch>
            <a:fillRect/>
          </a:stretch>
        </p:blipFill>
        <p:spPr>
          <a:xfrm>
            <a:off x="1857375" y="3071813"/>
            <a:ext cx="5430838" cy="2803525"/>
          </a:xfrm>
          <a:prstGeom prst="rect">
            <a:avLst/>
          </a:prstGeom>
          <a:noFill/>
          <a:ln>
            <a:noFill/>
          </a:ln>
        </p:spPr>
      </p:pic>
      <p:sp>
        <p:nvSpPr>
          <p:cNvPr id="1048602" name="Google Shape;111;p3"/>
          <p:cNvSpPr txBox="1"/>
          <p:nvPr/>
        </p:nvSpPr>
        <p:spPr>
          <a:xfrm>
            <a:off x="190500" y="2286000"/>
            <a:ext cx="8558213" cy="3783330"/>
          </a:xfrm>
          <a:prstGeom prst="rect">
            <a:avLst/>
          </a:prstGeom>
          <a:noFill/>
          <a:ln>
            <a:noFill/>
          </a:ln>
        </p:spPr>
        <p:txBody>
          <a:bodyPr spcFirstLastPara="1" wrap="square" lIns="91425" tIns="45700" rIns="91425" bIns="45700" anchor="t" anchorCtr="0">
            <a:spAutoFit/>
          </a:bodyPr>
          <a:p>
            <a:pPr marL="0" marR="0" lvl="0" indent="0" algn="l" rtl="0">
              <a:spcBef>
                <a:spcPts val="480"/>
              </a:spcBef>
              <a:spcAft>
                <a:spcPts val="0"/>
              </a:spcAft>
              <a:buClr>
                <a:schemeClr val="dk1"/>
              </a:buClr>
              <a:buSzPts val="2400"/>
              <a:buFont typeface="Arial" panose="020B0604020202020204"/>
              <a:buNone/>
            </a:pPr>
            <a:r>
              <a:rPr b="0" i="0">
                <a:solidFill>
                  <a:schemeClr val="tx1"/>
                </a:solidFill>
                <a:uFillTx/>
                <a:latin typeface="Calibri" panose="020F0502020204030204" charset="0"/>
                <a:ea typeface="Calibri" panose="020F0502020204030204"/>
                <a:cs typeface="Calibri" panose="020F0502020204030204"/>
                <a:sym typeface="Calibri" panose="020F0502020204030204"/>
              </a:rPr>
              <a:t>Handling dependency management is a difficult task for big projects. </a:t>
            </a:r>
            <a:endParaRPr b="0" i="0">
              <a:solidFill>
                <a:schemeClr val="tx1"/>
              </a:solidFill>
              <a:uFillTx/>
              <a:latin typeface="Calibri" panose="020F0502020204030204" charset="0"/>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b="0" i="0">
                <a:solidFill>
                  <a:schemeClr val="tx1"/>
                </a:solidFill>
                <a:uFillTx/>
                <a:latin typeface="Calibri" panose="020F0502020204030204" charset="0"/>
                <a:ea typeface="Calibri" panose="020F0502020204030204"/>
                <a:cs typeface="Calibri" panose="020F0502020204030204"/>
                <a:sym typeface="Calibri" panose="020F0502020204030204"/>
              </a:rPr>
              <a:t>Spring Boot resolves this problem by providing a set of dependencies for developers convenience. </a:t>
            </a:r>
            <a:endParaRPr b="0" i="0">
              <a:solidFill>
                <a:schemeClr val="tx1"/>
              </a:solidFill>
              <a:uFillTx/>
              <a:latin typeface="Calibri" panose="020F0502020204030204" charset="0"/>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b="0" i="0">
                <a:solidFill>
                  <a:schemeClr val="tx1"/>
                </a:solidFill>
                <a:uFillTx/>
                <a:latin typeface="Calibri" panose="020F0502020204030204" charset="0"/>
                <a:ea typeface="Calibri" panose="020F0502020204030204"/>
                <a:cs typeface="Calibri" panose="020F0502020204030204"/>
                <a:sym typeface="Calibri" panose="020F0502020204030204"/>
              </a:rPr>
              <a:t>For example, if you want to use Spring and JPA for database access, it is sufficient if you include spring-boot-starter-data-jpa dependency in your project.</a:t>
            </a:r>
            <a:endParaRPr b="0" i="0">
              <a:solidFill>
                <a:schemeClr val="tx1"/>
              </a:solidFill>
              <a:uFillTx/>
              <a:latin typeface="Calibri" panose="020F0502020204030204" charset="0"/>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b="0" i="0">
                <a:solidFill>
                  <a:schemeClr val="tx1"/>
                </a:solidFill>
                <a:uFillTx/>
                <a:latin typeface="Calibri" panose="020F0502020204030204" charset="0"/>
                <a:ea typeface="Calibri" panose="020F0502020204030204"/>
                <a:cs typeface="Calibri" panose="020F0502020204030204"/>
                <a:sym typeface="Calibri" panose="020F0502020204030204"/>
              </a:rPr>
              <a:t>Note that all Spring Boot starters follow the same naming pattern spring-boot-starter-*, where * indicates that it is a type of the application. </a:t>
            </a:r>
            <a:endParaRPr b="0" i="0">
              <a:solidFill>
                <a:schemeClr val="tx1"/>
              </a:solidFill>
              <a:uFillTx/>
              <a:latin typeface="Calibri" panose="020F0502020204030204" charset="0"/>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b="1" i="0">
                <a:solidFill>
                  <a:schemeClr val="tx1"/>
                </a:solidFill>
                <a:uFillTx/>
                <a:latin typeface="Calibri" panose="020F0502020204030204" charset="0"/>
                <a:ea typeface="Calibri" panose="020F0502020204030204"/>
                <a:cs typeface="Calibri" panose="020F0502020204030204"/>
                <a:sym typeface="Calibri" panose="020F0502020204030204"/>
              </a:rPr>
              <a:t>Examples</a:t>
            </a:r>
            <a:endParaRPr b="1" i="0">
              <a:solidFill>
                <a:schemeClr val="tx1"/>
              </a:solidFill>
              <a:uFillTx/>
              <a:latin typeface="Calibri" panose="020F0502020204030204" charset="0"/>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b="0" i="0">
                <a:solidFill>
                  <a:schemeClr val="tx1"/>
                </a:solidFill>
                <a:uFillTx/>
                <a:latin typeface="Calibri" panose="020F0502020204030204" charset="0"/>
                <a:ea typeface="Calibri" panose="020F0502020204030204"/>
                <a:cs typeface="Calibri" panose="020F0502020204030204"/>
                <a:sym typeface="Calibri" panose="020F0502020204030204"/>
              </a:rPr>
              <a:t>Look at the following Spring Boot starters explained below for a better understanding:</a:t>
            </a:r>
            <a:endParaRPr b="0" i="0">
              <a:solidFill>
                <a:schemeClr val="tx1"/>
              </a:solidFill>
              <a:uFillTx/>
              <a:latin typeface="Calibri" panose="020F0502020204030204" charset="0"/>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b="0" i="0">
                <a:solidFill>
                  <a:schemeClr val="tx1"/>
                </a:solidFill>
                <a:uFillTx/>
                <a:latin typeface="Calibri" panose="020F0502020204030204" charset="0"/>
                <a:ea typeface="Calibri" panose="020F0502020204030204"/>
                <a:cs typeface="Calibri" panose="020F0502020204030204"/>
                <a:sym typeface="Calibri" panose="020F0502020204030204"/>
              </a:rPr>
              <a:t>Spring Boot Starter Actuator dependency is used to monitor and manage your application. </a:t>
            </a:r>
            <a:endParaRPr b="0" i="0">
              <a:solidFill>
                <a:schemeClr val="tx1"/>
              </a:solidFill>
              <a:uFillTx/>
              <a:latin typeface="Calibri" panose="020F0502020204030204" charset="0"/>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b="0" i="0">
                <a:solidFill>
                  <a:schemeClr val="tx1"/>
                </a:solidFill>
                <a:uFillTx/>
                <a:latin typeface="Calibri" panose="020F0502020204030204" charset="0"/>
                <a:ea typeface="Calibri" panose="020F0502020204030204"/>
                <a:cs typeface="Calibri" panose="020F0502020204030204"/>
                <a:sym typeface="Calibri" panose="020F0502020204030204"/>
              </a:rPr>
              <a:t>Its code is shown below:</a:t>
            </a:r>
            <a:endParaRPr b="0" i="0">
              <a:solidFill>
                <a:schemeClr val="tx1"/>
              </a:solidFill>
              <a:uFillTx/>
              <a:latin typeface="Calibri" panose="020F0502020204030204" charset="0"/>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b="1" i="0">
                <a:solidFill>
                  <a:schemeClr val="tx1"/>
                </a:solidFill>
                <a:uFillTx/>
                <a:latin typeface="Calibri" panose="020F0502020204030204" charset="0"/>
                <a:ea typeface="Calibri" panose="020F0502020204030204"/>
                <a:cs typeface="Calibri" panose="020F0502020204030204"/>
                <a:sym typeface="Calibri" panose="020F0502020204030204"/>
              </a:rPr>
              <a:t>&lt;dependency&gt;</a:t>
            </a:r>
            <a:endParaRPr b="1" i="0">
              <a:solidFill>
                <a:schemeClr val="tx1"/>
              </a:solidFill>
              <a:uFillTx/>
              <a:latin typeface="Calibri" panose="020F0502020204030204" charset="0"/>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b="1" i="0">
                <a:solidFill>
                  <a:schemeClr val="tx1"/>
                </a:solidFill>
                <a:uFillTx/>
                <a:latin typeface="Calibri" panose="020F0502020204030204" charset="0"/>
                <a:ea typeface="Calibri" panose="020F0502020204030204"/>
                <a:cs typeface="Calibri" panose="020F0502020204030204"/>
                <a:sym typeface="Calibri" panose="020F0502020204030204"/>
              </a:rPr>
              <a:t> &lt;groupId&gt;org.springframework.boot&lt;/groupId&gt;</a:t>
            </a:r>
            <a:endParaRPr b="1" i="0">
              <a:solidFill>
                <a:schemeClr val="tx1"/>
              </a:solidFill>
              <a:uFillTx/>
              <a:latin typeface="Calibri" panose="020F0502020204030204" charset="0"/>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b="1" i="0">
                <a:solidFill>
                  <a:schemeClr val="tx1"/>
                </a:solidFill>
                <a:uFillTx/>
                <a:latin typeface="Calibri" panose="020F0502020204030204" charset="0"/>
                <a:ea typeface="Calibri" panose="020F0502020204030204"/>
                <a:cs typeface="Calibri" panose="020F0502020204030204"/>
                <a:sym typeface="Calibri" panose="020F0502020204030204"/>
              </a:rPr>
              <a:t> &lt;artifactId&gt;spring-boot-starter-actuator&lt;/artifactId&gt;</a:t>
            </a:r>
            <a:endParaRPr b="1" i="0">
              <a:solidFill>
                <a:schemeClr val="tx1"/>
              </a:solidFill>
              <a:uFillTx/>
              <a:latin typeface="Calibri" panose="020F0502020204030204" charset="0"/>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b="1" i="0">
                <a:solidFill>
                  <a:schemeClr val="tx1"/>
                </a:solidFill>
                <a:uFillTx/>
                <a:latin typeface="Calibri" panose="020F0502020204030204" charset="0"/>
                <a:ea typeface="Calibri" panose="020F0502020204030204"/>
                <a:cs typeface="Calibri" panose="020F0502020204030204"/>
                <a:sym typeface="Calibri" panose="020F0502020204030204"/>
              </a:rPr>
              <a:t>&lt;/dependency&gt;</a:t>
            </a:r>
            <a:endParaRPr b="1" i="0">
              <a:solidFill>
                <a:schemeClr val="tx1"/>
              </a:solidFill>
              <a:uFillTx/>
              <a:latin typeface="Calibri" panose="020F0502020204030204" charset="0"/>
              <a:ea typeface="Calibri" panose="020F0502020204030204"/>
              <a:cs typeface="Calibri" panose="020F0502020204030204"/>
              <a:sym typeface="Calibri" panose="020F0502020204030204"/>
            </a:endParaRPr>
          </a:p>
        </p:txBody>
      </p:sp>
      <p:sp>
        <p:nvSpPr>
          <p:cNvPr id="1048603" name="Google Shape;112;p3"/>
          <p:cNvSpPr/>
          <p:nvPr/>
        </p:nvSpPr>
        <p:spPr>
          <a:xfrm>
            <a:off x="1270" y="1643063"/>
            <a:ext cx="9144000" cy="642937"/>
          </a:xfrm>
          <a:prstGeom prst="rect">
            <a:avLst/>
          </a:prstGeom>
          <a:solidFill>
            <a:srgbClr val="1F497D"/>
          </a:solidFill>
          <a:ln>
            <a:noFill/>
          </a:ln>
        </p:spPr>
        <p:txBody>
          <a:bodyPr spcFirstLastPara="1" wrap="square" lIns="91425" tIns="45700" rIns="91425" bIns="45700" anchor="ctr" anchorCtr="0">
            <a:noAutofit/>
          </a:bodyPr>
          <a:p>
            <a:pPr marL="0" marR="0" lvl="0" indent="0" algn="ctr" rtl="0">
              <a:spcBef>
                <a:spcPts val="0"/>
              </a:spcBef>
              <a:spcAft>
                <a:spcPts val="0"/>
              </a:spcAft>
              <a:buClr>
                <a:schemeClr val="dk1"/>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048604" name="Google Shape;113;p3"/>
          <p:cNvSpPr/>
          <p:nvPr/>
        </p:nvSpPr>
        <p:spPr>
          <a:xfrm>
            <a:off x="190500" y="1687513"/>
            <a:ext cx="8763000" cy="554037"/>
          </a:xfrm>
          <a:prstGeom prst="rect">
            <a:avLst/>
          </a:prstGeom>
          <a:noFill/>
          <a:ln>
            <a:noFill/>
          </a:ln>
        </p:spPr>
        <p:txBody>
          <a:bodyPr spcFirstLastPara="1" wrap="square" lIns="91425" tIns="45700" rIns="91425" bIns="45700" anchor="t" anchorCtr="0">
            <a:noAutofit/>
          </a:bodyPr>
          <a:p>
            <a:pPr marL="0" marR="0" lvl="0" indent="0" algn="l" rtl="0">
              <a:spcBef>
                <a:spcPts val="0"/>
              </a:spcBef>
              <a:spcAft>
                <a:spcPts val="0"/>
              </a:spcAft>
              <a:buClr>
                <a:schemeClr val="lt1"/>
              </a:buClr>
              <a:buSzPts val="3000"/>
              <a:buFont typeface="Arial" panose="020B0604020202020204"/>
              <a:buNone/>
            </a:pPr>
            <a:r>
              <a:rPr sz="3000">
                <a:solidFill>
                  <a:schemeClr val="bg1"/>
                </a:solidFill>
                <a:uFillTx/>
                <a:latin typeface="Calibri" panose="020F0502020204030204" charset="0"/>
                <a:ea typeface="Calibri" panose="020F0502020204030204"/>
                <a:cs typeface="Calibri" panose="020F0502020204030204"/>
                <a:sym typeface="Calibri" panose="020F0502020204030204"/>
              </a:rPr>
              <a:t>Spring Boot Starters</a:t>
            </a:r>
            <a:endParaRPr sz="3000" b="0" i="0">
              <a:solidFill>
                <a:schemeClr val="bg1"/>
              </a:solidFill>
              <a:uFillTx/>
              <a:latin typeface="Calibri" panose="020F0502020204030204" charset="0"/>
              <a:ea typeface="Calibri" panose="020F0502020204030204"/>
              <a:cs typeface="Calibri" panose="020F0502020204030204"/>
              <a:sym typeface="Calibri" panose="020F0502020204030204"/>
            </a:endParaRPr>
          </a:p>
          <a:p>
            <a:pPr marL="0" marR="0" lvl="0" indent="0" algn="l" rtl="0">
              <a:spcBef>
                <a:spcPts val="0"/>
              </a:spcBef>
              <a:spcAft>
                <a:spcPts val="0"/>
              </a:spcAft>
              <a:buClr>
                <a:schemeClr val="lt1"/>
              </a:buClr>
              <a:buSzPts val="3000"/>
              <a:buFont typeface="Arial" panose="020B0604020202020204"/>
              <a:buNone/>
            </a:pPr>
            <a:r>
              <a:rPr lang="en-IN" sz="3000" b="1" i="0" u="none" strike="noStrike" cap="none">
                <a:solidFill>
                  <a:schemeClr val="bg1"/>
                </a:solidFill>
                <a:latin typeface="Calibri" panose="020F0502020204030204"/>
                <a:ea typeface="Calibri" panose="020F0502020204030204"/>
                <a:cs typeface="Calibri" panose="020F0502020204030204"/>
                <a:sym typeface="Calibri" panose="020F0502020204030204"/>
              </a:rPr>
              <a:t> </a:t>
            </a:r>
            <a:endParaRPr lang="en-IN" sz="3000" b="1" i="0" u="none" strike="noStrike" cap="none">
              <a:solidFill>
                <a:schemeClr val="bg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00" name="Shape 108"/>
        <p:cNvGrpSpPr/>
        <p:nvPr/>
      </p:nvGrpSpPr>
      <p:grpSpPr>
        <a:xfrm>
          <a:off x="0" y="0"/>
          <a:ext cx="0" cy="0"/>
          <a:chOff x="0" y="0"/>
          <a:chExt cx="0" cy="0"/>
        </a:xfrm>
      </p:grpSpPr>
      <p:pic>
        <p:nvPicPr>
          <p:cNvPr id="2097156" name="Google Shape;109;p3" descr="C:\Users\parul\Desktop\Digital Learning Content.png"/>
          <p:cNvPicPr preferRelativeResize="0"/>
          <p:nvPr/>
        </p:nvPicPr>
        <p:blipFill rotWithShape="1">
          <a:blip r:embed="rId1"/>
          <a:srcRect/>
          <a:stretch>
            <a:fillRect/>
          </a:stretch>
        </p:blipFill>
        <p:spPr>
          <a:xfrm>
            <a:off x="0" y="0"/>
            <a:ext cx="9144000" cy="6900863"/>
          </a:xfrm>
          <a:prstGeom prst="rect">
            <a:avLst/>
          </a:prstGeom>
          <a:noFill/>
          <a:ln>
            <a:noFill/>
          </a:ln>
        </p:spPr>
      </p:pic>
      <p:pic>
        <p:nvPicPr>
          <p:cNvPr id="2097157" name="Google Shape;110;p3" descr="C:\Users\parul\Desktop\Untitled-1.png"/>
          <p:cNvPicPr preferRelativeResize="0"/>
          <p:nvPr/>
        </p:nvPicPr>
        <p:blipFill rotWithShape="1">
          <a:blip r:embed="rId2"/>
          <a:srcRect/>
          <a:stretch>
            <a:fillRect/>
          </a:stretch>
        </p:blipFill>
        <p:spPr>
          <a:xfrm>
            <a:off x="1857375" y="3071813"/>
            <a:ext cx="5430838" cy="2803525"/>
          </a:xfrm>
          <a:prstGeom prst="rect">
            <a:avLst/>
          </a:prstGeom>
          <a:noFill/>
          <a:ln>
            <a:noFill/>
          </a:ln>
        </p:spPr>
      </p:pic>
      <p:sp>
        <p:nvSpPr>
          <p:cNvPr id="1048602" name="Google Shape;111;p3"/>
          <p:cNvSpPr txBox="1"/>
          <p:nvPr/>
        </p:nvSpPr>
        <p:spPr>
          <a:xfrm>
            <a:off x="190500" y="2286000"/>
            <a:ext cx="8558213" cy="4460240"/>
          </a:xfrm>
          <a:prstGeom prst="rect">
            <a:avLst/>
          </a:prstGeom>
          <a:noFill/>
          <a:ln>
            <a:noFill/>
          </a:ln>
        </p:spPr>
        <p:txBody>
          <a:bodyPr spcFirstLastPara="1" wrap="square" lIns="91425" tIns="45700" rIns="91425" bIns="45700" anchor="t" anchorCtr="0">
            <a:spAutoFit/>
          </a:bodyPr>
          <a:p>
            <a:pPr marL="0" marR="0" lvl="0" indent="0" algn="l" rtl="0">
              <a:spcBef>
                <a:spcPts val="480"/>
              </a:spcBef>
              <a:spcAft>
                <a:spcPts val="0"/>
              </a:spcAft>
              <a:buClr>
                <a:schemeClr val="dk1"/>
              </a:buClr>
              <a:buSzPts val="2400"/>
              <a:buFont typeface="Arial" panose="020B0604020202020204"/>
              <a:buNone/>
            </a:pPr>
            <a:r>
              <a:rPr b="0" i="0">
                <a:solidFill>
                  <a:schemeClr val="tx1"/>
                </a:solidFill>
                <a:uFillTx/>
                <a:latin typeface="Calibri" panose="020F0502020204030204" charset="0"/>
                <a:ea typeface="Calibri" panose="020F0502020204030204"/>
                <a:cs typeface="Calibri" panose="020F0502020204030204"/>
                <a:sym typeface="Calibri" panose="020F0502020204030204"/>
              </a:rPr>
              <a:t>Java</a:t>
            </a:r>
            <a:endParaRPr b="0" i="0">
              <a:solidFill>
                <a:schemeClr val="tx1"/>
              </a:solidFill>
              <a:uFillTx/>
              <a:latin typeface="Calibri" panose="020F0502020204030204" charset="0"/>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b="0" i="0">
                <a:solidFill>
                  <a:schemeClr val="tx1"/>
                </a:solidFill>
                <a:uFillTx/>
                <a:latin typeface="Calibri" panose="020F0502020204030204" charset="0"/>
                <a:ea typeface="Calibri" panose="020F0502020204030204"/>
                <a:cs typeface="Calibri" panose="020F0502020204030204"/>
                <a:sym typeface="Calibri" panose="020F0502020204030204"/>
              </a:rPr>
              <a:t>import org.springframework.boot.SpringApplication;</a:t>
            </a:r>
            <a:endParaRPr b="0" i="0">
              <a:solidFill>
                <a:schemeClr val="tx1"/>
              </a:solidFill>
              <a:uFillTx/>
              <a:latin typeface="Calibri" panose="020F0502020204030204" charset="0"/>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b="0" i="0">
                <a:solidFill>
                  <a:schemeClr val="tx1"/>
                </a:solidFill>
                <a:uFillTx/>
                <a:latin typeface="Calibri" panose="020F0502020204030204" charset="0"/>
                <a:ea typeface="Calibri" panose="020F0502020204030204"/>
                <a:cs typeface="Calibri" panose="020F0502020204030204"/>
                <a:sym typeface="Calibri" panose="020F0502020204030204"/>
              </a:rPr>
              <a:t>import org.springframework.boot.autoconfigure.SpringBootApplication;</a:t>
            </a:r>
            <a:endParaRPr b="0" i="0">
              <a:solidFill>
                <a:schemeClr val="tx1"/>
              </a:solidFill>
              <a:uFillTx/>
              <a:latin typeface="Calibri" panose="020F0502020204030204" charset="0"/>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b="0" i="0">
                <a:solidFill>
                  <a:schemeClr val="tx1"/>
                </a:solidFill>
                <a:uFillTx/>
                <a:latin typeface="Calibri" panose="020F0502020204030204" charset="0"/>
                <a:ea typeface="Calibri" panose="020F0502020204030204"/>
                <a:cs typeface="Calibri" panose="020F0502020204030204"/>
                <a:sym typeface="Calibri" panose="020F0502020204030204"/>
              </a:rPr>
              <a:t>import org.springframework.web.bind.annotation.GetMapping;</a:t>
            </a:r>
            <a:endParaRPr b="0" i="0">
              <a:solidFill>
                <a:schemeClr val="tx1"/>
              </a:solidFill>
              <a:uFillTx/>
              <a:latin typeface="Calibri" panose="020F0502020204030204" charset="0"/>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b="0" i="0">
                <a:solidFill>
                  <a:schemeClr val="tx1"/>
                </a:solidFill>
                <a:uFillTx/>
                <a:latin typeface="Calibri" panose="020F0502020204030204" charset="0"/>
                <a:ea typeface="Calibri" panose="020F0502020204030204"/>
                <a:cs typeface="Calibri" panose="020F0502020204030204"/>
                <a:sym typeface="Calibri" panose="020F0502020204030204"/>
              </a:rPr>
              <a:t>import org.springframework.web.bind.annotation.RestController;</a:t>
            </a:r>
            <a:endParaRPr b="0" i="0">
              <a:solidFill>
                <a:schemeClr val="tx1"/>
              </a:solidFill>
              <a:uFillTx/>
              <a:latin typeface="Calibri" panose="020F0502020204030204" charset="0"/>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b="0" i="0">
                <a:solidFill>
                  <a:schemeClr val="tx1"/>
                </a:solidFill>
                <a:uFillTx/>
                <a:latin typeface="Calibri" panose="020F0502020204030204" charset="0"/>
                <a:ea typeface="Calibri" panose="020F0502020204030204"/>
                <a:cs typeface="Calibri" panose="020F0502020204030204"/>
                <a:sym typeface="Calibri" panose="020F0502020204030204"/>
              </a:rPr>
              <a:t>@SpringBootApplication</a:t>
            </a:r>
            <a:endParaRPr b="0" i="0">
              <a:solidFill>
                <a:schemeClr val="tx1"/>
              </a:solidFill>
              <a:uFillTx/>
              <a:latin typeface="Calibri" panose="020F0502020204030204" charset="0"/>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b="0" i="0">
                <a:solidFill>
                  <a:schemeClr val="tx1"/>
                </a:solidFill>
                <a:uFillTx/>
                <a:latin typeface="Calibri" panose="020F0502020204030204" charset="0"/>
                <a:ea typeface="Calibri" panose="020F0502020204030204"/>
                <a:cs typeface="Calibri" panose="020F0502020204030204"/>
                <a:sym typeface="Calibri" panose="020F0502020204030204"/>
              </a:rPr>
              <a:t>@RestController</a:t>
            </a:r>
            <a:endParaRPr b="0" i="0">
              <a:solidFill>
                <a:schemeClr val="tx1"/>
              </a:solidFill>
              <a:uFillTx/>
              <a:latin typeface="Calibri" panose="020F0502020204030204" charset="0"/>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b="0" i="0">
                <a:solidFill>
                  <a:schemeClr val="tx1"/>
                </a:solidFill>
                <a:uFillTx/>
                <a:latin typeface="Calibri" panose="020F0502020204030204" charset="0"/>
                <a:ea typeface="Calibri" panose="020F0502020204030204"/>
                <a:cs typeface="Calibri" panose="020F0502020204030204"/>
                <a:sym typeface="Calibri" panose="020F0502020204030204"/>
              </a:rPr>
              <a:t>public class HelloWorldApplication {</a:t>
            </a:r>
            <a:endParaRPr b="0" i="0">
              <a:solidFill>
                <a:schemeClr val="tx1"/>
              </a:solidFill>
              <a:uFillTx/>
              <a:latin typeface="Calibri" panose="020F0502020204030204" charset="0"/>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b="0" i="0">
                <a:solidFill>
                  <a:schemeClr val="tx1"/>
                </a:solidFill>
                <a:uFillTx/>
                <a:latin typeface="Calibri" panose="020F0502020204030204" charset="0"/>
                <a:ea typeface="Calibri" panose="020F0502020204030204"/>
                <a:cs typeface="Calibri" panose="020F0502020204030204"/>
                <a:sym typeface="Calibri" panose="020F0502020204030204"/>
              </a:rPr>
              <a:t>    @GetMapping("/")</a:t>
            </a:r>
            <a:endParaRPr b="0" i="0">
              <a:solidFill>
                <a:schemeClr val="tx1"/>
              </a:solidFill>
              <a:uFillTx/>
              <a:latin typeface="Calibri" panose="020F0502020204030204" charset="0"/>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b="0" i="0">
                <a:solidFill>
                  <a:schemeClr val="tx1"/>
                </a:solidFill>
                <a:uFillTx/>
                <a:latin typeface="Calibri" panose="020F0502020204030204" charset="0"/>
                <a:ea typeface="Calibri" panose="020F0502020204030204"/>
                <a:cs typeface="Calibri" panose="020F0502020204030204"/>
                <a:sym typeface="Calibri" panose="020F0502020204030204"/>
              </a:rPr>
              <a:t>    public String hello() {</a:t>
            </a:r>
            <a:endParaRPr b="0" i="0">
              <a:solidFill>
                <a:schemeClr val="tx1"/>
              </a:solidFill>
              <a:uFillTx/>
              <a:latin typeface="Calibri" panose="020F0502020204030204" charset="0"/>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b="0" i="0">
                <a:solidFill>
                  <a:schemeClr val="tx1"/>
                </a:solidFill>
                <a:uFillTx/>
                <a:latin typeface="Calibri" panose="020F0502020204030204" charset="0"/>
                <a:ea typeface="Calibri" panose="020F0502020204030204"/>
                <a:cs typeface="Calibri" panose="020F0502020204030204"/>
                <a:sym typeface="Calibri" panose="020F0502020204030204"/>
              </a:rPr>
              <a:t>        return "Hello, Spring Boot!";</a:t>
            </a:r>
            <a:endParaRPr b="0" i="0">
              <a:solidFill>
                <a:schemeClr val="tx1"/>
              </a:solidFill>
              <a:uFillTx/>
              <a:latin typeface="Calibri" panose="020F0502020204030204" charset="0"/>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b="0" i="0">
                <a:solidFill>
                  <a:schemeClr val="tx1"/>
                </a:solidFill>
                <a:uFillTx/>
                <a:latin typeface="Calibri" panose="020F0502020204030204" charset="0"/>
                <a:ea typeface="Calibri" panose="020F0502020204030204"/>
                <a:cs typeface="Calibri" panose="020F0502020204030204"/>
                <a:sym typeface="Calibri" panose="020F0502020204030204"/>
              </a:rPr>
              <a:t>    }</a:t>
            </a:r>
            <a:endParaRPr b="0" i="0">
              <a:solidFill>
                <a:schemeClr val="tx1"/>
              </a:solidFill>
              <a:uFillTx/>
              <a:latin typeface="Calibri" panose="020F0502020204030204" charset="0"/>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b="0" i="0">
                <a:solidFill>
                  <a:schemeClr val="tx1"/>
                </a:solidFill>
                <a:uFillTx/>
                <a:latin typeface="Calibri" panose="020F0502020204030204" charset="0"/>
                <a:ea typeface="Calibri" panose="020F0502020204030204"/>
                <a:cs typeface="Calibri" panose="020F0502020204030204"/>
                <a:sym typeface="Calibri" panose="020F0502020204030204"/>
              </a:rPr>
              <a:t>    public static void main(String[] args) {</a:t>
            </a:r>
            <a:endParaRPr b="0" i="0">
              <a:solidFill>
                <a:schemeClr val="tx1"/>
              </a:solidFill>
              <a:uFillTx/>
              <a:latin typeface="Calibri" panose="020F0502020204030204" charset="0"/>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b="0" i="0">
                <a:solidFill>
                  <a:schemeClr val="tx1"/>
                </a:solidFill>
                <a:uFillTx/>
                <a:latin typeface="Calibri" panose="020F0502020204030204" charset="0"/>
                <a:ea typeface="Calibri" panose="020F0502020204030204"/>
                <a:cs typeface="Calibri" panose="020F0502020204030204"/>
                <a:sym typeface="Calibri" panose="020F0502020204030204"/>
              </a:rPr>
              <a:t>        SpringApplication.run(HelloWorldApplication.class, args);</a:t>
            </a:r>
            <a:endParaRPr b="0" i="0">
              <a:solidFill>
                <a:schemeClr val="tx1"/>
              </a:solidFill>
              <a:uFillTx/>
              <a:latin typeface="Calibri" panose="020F0502020204030204" charset="0"/>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b="0" i="0">
                <a:solidFill>
                  <a:schemeClr val="tx1"/>
                </a:solidFill>
                <a:uFillTx/>
                <a:latin typeface="Calibri" panose="020F0502020204030204" charset="0"/>
                <a:ea typeface="Calibri" panose="020F0502020204030204"/>
                <a:cs typeface="Calibri" panose="020F0502020204030204"/>
                <a:sym typeface="Calibri" panose="020F0502020204030204"/>
              </a:rPr>
              <a:t>    }</a:t>
            </a:r>
            <a:endParaRPr b="0" i="0">
              <a:solidFill>
                <a:schemeClr val="tx1"/>
              </a:solidFill>
              <a:uFillTx/>
              <a:latin typeface="Calibri" panose="020F0502020204030204" charset="0"/>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b="0" i="0">
                <a:solidFill>
                  <a:schemeClr val="tx1"/>
                </a:solidFill>
                <a:uFillTx/>
                <a:latin typeface="Calibri" panose="020F0502020204030204" charset="0"/>
                <a:ea typeface="Calibri" panose="020F0502020204030204"/>
                <a:cs typeface="Calibri" panose="020F0502020204030204"/>
                <a:sym typeface="Calibri" panose="020F0502020204030204"/>
              </a:rPr>
              <a:t>}</a:t>
            </a:r>
            <a:endParaRPr b="0" i="0">
              <a:solidFill>
                <a:schemeClr val="tx1"/>
              </a:solidFill>
              <a:uFillTx/>
              <a:latin typeface="Calibri" panose="020F0502020204030204" charset="0"/>
              <a:ea typeface="Calibri" panose="020F0502020204030204"/>
              <a:cs typeface="Calibri" panose="020F0502020204030204"/>
              <a:sym typeface="Calibri" panose="020F0502020204030204"/>
            </a:endParaRPr>
          </a:p>
        </p:txBody>
      </p:sp>
      <p:sp>
        <p:nvSpPr>
          <p:cNvPr id="1048603" name="Google Shape;112;p3"/>
          <p:cNvSpPr/>
          <p:nvPr/>
        </p:nvSpPr>
        <p:spPr>
          <a:xfrm>
            <a:off x="1270" y="1643063"/>
            <a:ext cx="9144000" cy="642937"/>
          </a:xfrm>
          <a:prstGeom prst="rect">
            <a:avLst/>
          </a:prstGeom>
          <a:solidFill>
            <a:srgbClr val="1F497D"/>
          </a:solidFill>
          <a:ln>
            <a:noFill/>
          </a:ln>
        </p:spPr>
        <p:txBody>
          <a:bodyPr spcFirstLastPara="1" wrap="square" lIns="91425" tIns="45700" rIns="91425" bIns="45700" anchor="ctr" anchorCtr="0">
            <a:noAutofit/>
          </a:bodyPr>
          <a:p>
            <a:pPr marL="0" marR="0" lvl="0" indent="0" algn="ctr" rtl="0">
              <a:spcBef>
                <a:spcPts val="0"/>
              </a:spcBef>
              <a:spcAft>
                <a:spcPts val="0"/>
              </a:spcAft>
              <a:buClr>
                <a:schemeClr val="dk1"/>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048604" name="Google Shape;113;p3"/>
          <p:cNvSpPr/>
          <p:nvPr/>
        </p:nvSpPr>
        <p:spPr>
          <a:xfrm>
            <a:off x="190500" y="1687513"/>
            <a:ext cx="8763000" cy="554037"/>
          </a:xfrm>
          <a:prstGeom prst="rect">
            <a:avLst/>
          </a:prstGeom>
          <a:noFill/>
          <a:ln>
            <a:noFill/>
          </a:ln>
        </p:spPr>
        <p:txBody>
          <a:bodyPr spcFirstLastPara="1" wrap="square" lIns="91425" tIns="45700" rIns="91425" bIns="45700" anchor="t" anchorCtr="0">
            <a:noAutofit/>
          </a:bodyPr>
          <a:p>
            <a:pPr marL="0" marR="0" lvl="0" indent="0" algn="l" rtl="0">
              <a:spcBef>
                <a:spcPts val="0"/>
              </a:spcBef>
              <a:spcAft>
                <a:spcPts val="0"/>
              </a:spcAft>
              <a:buClr>
                <a:schemeClr val="lt1"/>
              </a:buClr>
              <a:buSzPts val="3000"/>
              <a:buFont typeface="Arial" panose="020B0604020202020204"/>
              <a:buNone/>
            </a:pPr>
            <a:r>
              <a:rPr sz="3000">
                <a:solidFill>
                  <a:schemeClr val="bg1"/>
                </a:solidFill>
                <a:uFillTx/>
                <a:latin typeface="Calibri" panose="020F0502020204030204" charset="0"/>
                <a:ea typeface="Calibri" panose="020F0502020204030204"/>
                <a:cs typeface="Calibri" panose="020F0502020204030204"/>
                <a:sym typeface="Calibri" panose="020F0502020204030204"/>
              </a:rPr>
              <a:t>Example Code ( Hello World REST API):</a:t>
            </a:r>
            <a:endParaRPr sz="3000" b="0" i="0">
              <a:solidFill>
                <a:schemeClr val="bg1"/>
              </a:solidFill>
              <a:uFillTx/>
              <a:latin typeface="Calibri" panose="020F0502020204030204" charset="0"/>
              <a:ea typeface="Calibri" panose="020F0502020204030204"/>
              <a:cs typeface="Calibri" panose="020F0502020204030204"/>
              <a:sym typeface="Calibri" panose="020F0502020204030204"/>
            </a:endParaRPr>
          </a:p>
          <a:p>
            <a:pPr marL="0" marR="0" lvl="0" indent="0" algn="l" rtl="0">
              <a:spcBef>
                <a:spcPts val="0"/>
              </a:spcBef>
              <a:spcAft>
                <a:spcPts val="0"/>
              </a:spcAft>
              <a:buClr>
                <a:schemeClr val="lt1"/>
              </a:buClr>
              <a:buSzPts val="3000"/>
              <a:buFont typeface="Arial" panose="020B0604020202020204"/>
              <a:buNone/>
            </a:pPr>
            <a:r>
              <a:rPr lang="en-IN" sz="3000" b="1" i="0" u="none" strike="noStrike" cap="none">
                <a:solidFill>
                  <a:schemeClr val="bg1"/>
                </a:solidFill>
                <a:latin typeface="Calibri" panose="020F0502020204030204"/>
                <a:ea typeface="Calibri" panose="020F0502020204030204"/>
                <a:cs typeface="Calibri" panose="020F0502020204030204"/>
                <a:sym typeface="Calibri" panose="020F0502020204030204"/>
              </a:rPr>
              <a:t> </a:t>
            </a:r>
            <a:endParaRPr lang="en-IN" sz="3000" b="1" i="0" u="none" strike="noStrike" cap="none">
              <a:solidFill>
                <a:schemeClr val="bg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00" name="Shape 108"/>
        <p:cNvGrpSpPr/>
        <p:nvPr/>
      </p:nvGrpSpPr>
      <p:grpSpPr>
        <a:xfrm>
          <a:off x="0" y="0"/>
          <a:ext cx="0" cy="0"/>
          <a:chOff x="0" y="0"/>
          <a:chExt cx="0" cy="0"/>
        </a:xfrm>
      </p:grpSpPr>
      <p:pic>
        <p:nvPicPr>
          <p:cNvPr id="2097156" name="Google Shape;109;p3" descr="C:\Users\parul\Desktop\Digital Learning Content.png"/>
          <p:cNvPicPr preferRelativeResize="0"/>
          <p:nvPr/>
        </p:nvPicPr>
        <p:blipFill rotWithShape="1">
          <a:blip r:embed="rId1"/>
          <a:srcRect/>
          <a:stretch>
            <a:fillRect/>
          </a:stretch>
        </p:blipFill>
        <p:spPr>
          <a:xfrm>
            <a:off x="0" y="0"/>
            <a:ext cx="9144000" cy="6900863"/>
          </a:xfrm>
          <a:prstGeom prst="rect">
            <a:avLst/>
          </a:prstGeom>
          <a:noFill/>
          <a:ln>
            <a:noFill/>
          </a:ln>
        </p:spPr>
      </p:pic>
      <p:pic>
        <p:nvPicPr>
          <p:cNvPr id="2097157" name="Google Shape;110;p3" descr="C:\Users\parul\Desktop\Untitled-1.png"/>
          <p:cNvPicPr preferRelativeResize="0"/>
          <p:nvPr/>
        </p:nvPicPr>
        <p:blipFill rotWithShape="1">
          <a:blip r:embed="rId2"/>
          <a:srcRect/>
          <a:stretch>
            <a:fillRect/>
          </a:stretch>
        </p:blipFill>
        <p:spPr>
          <a:xfrm>
            <a:off x="1857375" y="3071813"/>
            <a:ext cx="5430838" cy="2803525"/>
          </a:xfrm>
          <a:prstGeom prst="rect">
            <a:avLst/>
          </a:prstGeom>
          <a:noFill/>
          <a:ln>
            <a:noFill/>
          </a:ln>
        </p:spPr>
      </p:pic>
      <p:sp>
        <p:nvSpPr>
          <p:cNvPr id="1048602" name="Google Shape;111;p3"/>
          <p:cNvSpPr txBox="1"/>
          <p:nvPr/>
        </p:nvSpPr>
        <p:spPr>
          <a:xfrm>
            <a:off x="190500" y="2286000"/>
            <a:ext cx="8558213" cy="890270"/>
          </a:xfrm>
          <a:prstGeom prst="rect">
            <a:avLst/>
          </a:prstGeom>
          <a:noFill/>
          <a:ln>
            <a:noFill/>
          </a:ln>
        </p:spPr>
        <p:txBody>
          <a:bodyPr spcFirstLastPara="1" wrap="square" lIns="91425" tIns="45700" rIns="91425" bIns="45700" anchor="t" anchorCtr="0">
            <a:spAutoFit/>
          </a:bodyPr>
          <a:p>
            <a:pPr marL="0" marR="0" lvl="0" indent="0" algn="l" rtl="0">
              <a:spcBef>
                <a:spcPts val="480"/>
              </a:spcBef>
              <a:spcAft>
                <a:spcPts val="0"/>
              </a:spcAft>
              <a:buClr>
                <a:schemeClr val="dk1"/>
              </a:buClr>
              <a:buSzPts val="2400"/>
              <a:buFont typeface="Arial" panose="020B0604020202020204"/>
              <a:buNone/>
            </a:pPr>
            <a:endParaRPr sz="24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endParaRPr sz="24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48603" name="Google Shape;112;p3"/>
          <p:cNvSpPr/>
          <p:nvPr/>
        </p:nvSpPr>
        <p:spPr>
          <a:xfrm>
            <a:off x="1270" y="1643063"/>
            <a:ext cx="9144000" cy="642937"/>
          </a:xfrm>
          <a:prstGeom prst="rect">
            <a:avLst/>
          </a:prstGeom>
          <a:solidFill>
            <a:srgbClr val="1F497D"/>
          </a:solidFill>
          <a:ln>
            <a:noFill/>
          </a:ln>
        </p:spPr>
        <p:txBody>
          <a:bodyPr spcFirstLastPara="1" wrap="square" lIns="91425" tIns="45700" rIns="91425" bIns="45700" anchor="ctr" anchorCtr="0">
            <a:noAutofit/>
          </a:bodyPr>
          <a:p>
            <a:pPr marL="0" marR="0" lvl="0" indent="0" algn="ctr" rtl="0">
              <a:spcBef>
                <a:spcPts val="0"/>
              </a:spcBef>
              <a:spcAft>
                <a:spcPts val="0"/>
              </a:spcAft>
              <a:buClr>
                <a:schemeClr val="dk1"/>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048604" name="Google Shape;113;p3"/>
          <p:cNvSpPr/>
          <p:nvPr/>
        </p:nvSpPr>
        <p:spPr>
          <a:xfrm>
            <a:off x="190500" y="1687513"/>
            <a:ext cx="8763000" cy="554037"/>
          </a:xfrm>
          <a:prstGeom prst="rect">
            <a:avLst/>
          </a:prstGeom>
          <a:noFill/>
          <a:ln>
            <a:noFill/>
          </a:ln>
        </p:spPr>
        <p:txBody>
          <a:bodyPr spcFirstLastPara="1" wrap="square" lIns="91425" tIns="45700" rIns="91425" bIns="45700" anchor="t" anchorCtr="0">
            <a:noAutofit/>
          </a:bodyPr>
          <a:p>
            <a:pPr marL="0" marR="0" lvl="0" indent="0" algn="l" rtl="0">
              <a:spcBef>
                <a:spcPts val="0"/>
              </a:spcBef>
              <a:spcAft>
                <a:spcPts val="0"/>
              </a:spcAft>
              <a:buClr>
                <a:schemeClr val="lt1"/>
              </a:buClr>
              <a:buSzPts val="3000"/>
              <a:buFont typeface="Arial" panose="020B0604020202020204"/>
              <a:buNone/>
            </a:pPr>
            <a:r>
              <a:rPr lang="en-IN" sz="3000" b="1" i="0" u="none" strike="noStrike" cap="none">
                <a:solidFill>
                  <a:schemeClr val="lt1"/>
                </a:solidFill>
                <a:latin typeface="Calibri" panose="020F0502020204030204"/>
                <a:ea typeface="Calibri" panose="020F0502020204030204"/>
                <a:cs typeface="Calibri" panose="020F0502020204030204"/>
                <a:sym typeface="Calibri" panose="020F0502020204030204"/>
              </a:rPr>
              <a:t>Dependencies :</a:t>
            </a:r>
            <a:endParaRPr sz="3000" b="1"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7" name="Rounded Rectangle 6"/>
          <p:cNvSpPr/>
          <p:nvPr/>
        </p:nvSpPr>
        <p:spPr>
          <a:xfrm>
            <a:off x="940435" y="3462020"/>
            <a:ext cx="1350010" cy="1090295"/>
          </a:xfrm>
          <a:prstGeom prst="roundRect">
            <a:avLst/>
          </a:prstGeom>
        </p:spPr>
        <p:style>
          <a:lnRef idx="2">
            <a:schemeClr val="lt1"/>
          </a:lnRef>
          <a:fillRef idx="1">
            <a:schemeClr val="accent1"/>
          </a:fillRef>
          <a:effectRef idx="1">
            <a:schemeClr val="accent1"/>
          </a:effectRef>
          <a:fontRef idx="minor">
            <a:schemeClr val="lt1"/>
          </a:fontRef>
        </p:style>
        <p:txBody>
          <a:bodyPr rtlCol="0" anchor="ctr"/>
          <a:p>
            <a:pPr algn="ctr"/>
            <a:r>
              <a:rPr lang="en-IN" altLang="en-US"/>
              <a:t>Class A </a:t>
            </a:r>
            <a:endParaRPr lang="en-IN" altLang="en-US"/>
          </a:p>
        </p:txBody>
      </p:sp>
      <p:sp>
        <p:nvSpPr>
          <p:cNvPr id="2" name="Rounded Rectangle 1"/>
          <p:cNvSpPr/>
          <p:nvPr/>
        </p:nvSpPr>
        <p:spPr>
          <a:xfrm>
            <a:off x="5938520" y="3462020"/>
            <a:ext cx="1350010" cy="1090295"/>
          </a:xfrm>
          <a:prstGeom prst="roundRect">
            <a:avLst/>
          </a:prstGeom>
        </p:spPr>
        <p:style>
          <a:lnRef idx="2">
            <a:schemeClr val="lt1"/>
          </a:lnRef>
          <a:fillRef idx="1">
            <a:schemeClr val="accent1"/>
          </a:fillRef>
          <a:effectRef idx="1">
            <a:schemeClr val="accent1"/>
          </a:effectRef>
          <a:fontRef idx="minor">
            <a:schemeClr val="lt1"/>
          </a:fontRef>
        </p:style>
        <p:txBody>
          <a:bodyPr rtlCol="0" anchor="ctr"/>
          <a:p>
            <a:pPr algn="ctr"/>
            <a:r>
              <a:rPr lang="en-IN" altLang="en-US"/>
              <a:t>Class B</a:t>
            </a:r>
            <a:endParaRPr lang="en-IN" altLang="en-US"/>
          </a:p>
        </p:txBody>
      </p:sp>
      <p:cxnSp>
        <p:nvCxnSpPr>
          <p:cNvPr id="3" name="Straight Arrow Connector 2"/>
          <p:cNvCxnSpPr>
            <a:stCxn id="1" idx="3"/>
            <a:endCxn id="2" idx="1"/>
          </p:cNvCxnSpPr>
          <p:nvPr/>
        </p:nvCxnSpPr>
        <p:spPr>
          <a:xfrm>
            <a:off x="2290445" y="4007485"/>
            <a:ext cx="3648075"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4" name="Text Box 3"/>
          <p:cNvSpPr txBox="1"/>
          <p:nvPr/>
        </p:nvSpPr>
        <p:spPr>
          <a:xfrm>
            <a:off x="2560955" y="3446780"/>
            <a:ext cx="2970530" cy="306705"/>
          </a:xfrm>
          <a:prstGeom prst="rect">
            <a:avLst/>
          </a:prstGeom>
          <a:noFill/>
        </p:spPr>
        <p:txBody>
          <a:bodyPr wrap="square" rtlCol="0">
            <a:spAutoFit/>
          </a:bodyPr>
          <a:p>
            <a:r>
              <a:rPr lang="en-IN" altLang="en-US"/>
              <a:t>Class A uses method of Class B</a:t>
            </a:r>
            <a:endParaRPr lang="en-IN" altLang="en-US"/>
          </a:p>
        </p:txBody>
      </p:sp>
      <p:sp>
        <p:nvSpPr>
          <p:cNvPr id="5" name="Text Box 4"/>
          <p:cNvSpPr txBox="1"/>
          <p:nvPr>
            <p:custDataLst>
              <p:tags r:id="rId3"/>
            </p:custDataLst>
          </p:nvPr>
        </p:nvSpPr>
        <p:spPr>
          <a:xfrm>
            <a:off x="2560955" y="4552315"/>
            <a:ext cx="2970530" cy="306705"/>
          </a:xfrm>
          <a:prstGeom prst="rect">
            <a:avLst/>
          </a:prstGeom>
          <a:noFill/>
        </p:spPr>
        <p:txBody>
          <a:bodyPr wrap="square" rtlCol="0">
            <a:spAutoFit/>
          </a:bodyPr>
          <a:p>
            <a:r>
              <a:rPr lang="en-IN" altLang="en-US"/>
              <a:t>Class A is dependent on class B</a:t>
            </a:r>
            <a:endParaRPr lang="en-I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00" name="Shape 108"/>
        <p:cNvGrpSpPr/>
        <p:nvPr/>
      </p:nvGrpSpPr>
      <p:grpSpPr>
        <a:xfrm>
          <a:off x="0" y="0"/>
          <a:ext cx="0" cy="0"/>
          <a:chOff x="0" y="0"/>
          <a:chExt cx="0" cy="0"/>
        </a:xfrm>
      </p:grpSpPr>
      <p:pic>
        <p:nvPicPr>
          <p:cNvPr id="2097156" name="Google Shape;109;p3" descr="C:\Users\parul\Desktop\Digital Learning Content.png"/>
          <p:cNvPicPr preferRelativeResize="0"/>
          <p:nvPr/>
        </p:nvPicPr>
        <p:blipFill rotWithShape="1">
          <a:blip r:embed="rId1"/>
          <a:srcRect/>
          <a:stretch>
            <a:fillRect/>
          </a:stretch>
        </p:blipFill>
        <p:spPr>
          <a:xfrm>
            <a:off x="0" y="0"/>
            <a:ext cx="9144000" cy="6900863"/>
          </a:xfrm>
          <a:prstGeom prst="rect">
            <a:avLst/>
          </a:prstGeom>
          <a:noFill/>
          <a:ln>
            <a:noFill/>
          </a:ln>
        </p:spPr>
      </p:pic>
      <p:pic>
        <p:nvPicPr>
          <p:cNvPr id="2097157" name="Google Shape;110;p3" descr="C:\Users\parul\Desktop\Untitled-1.png"/>
          <p:cNvPicPr preferRelativeResize="0"/>
          <p:nvPr/>
        </p:nvPicPr>
        <p:blipFill rotWithShape="1">
          <a:blip r:embed="rId2"/>
          <a:srcRect/>
          <a:stretch>
            <a:fillRect/>
          </a:stretch>
        </p:blipFill>
        <p:spPr>
          <a:xfrm>
            <a:off x="1857375" y="3071813"/>
            <a:ext cx="5430838" cy="2803525"/>
          </a:xfrm>
          <a:prstGeom prst="rect">
            <a:avLst/>
          </a:prstGeom>
          <a:noFill/>
          <a:ln>
            <a:noFill/>
          </a:ln>
        </p:spPr>
      </p:pic>
      <p:sp>
        <p:nvSpPr>
          <p:cNvPr id="1048602" name="Google Shape;111;p3"/>
          <p:cNvSpPr txBox="1"/>
          <p:nvPr/>
        </p:nvSpPr>
        <p:spPr>
          <a:xfrm>
            <a:off x="190500" y="2286000"/>
            <a:ext cx="8558213" cy="890270"/>
          </a:xfrm>
          <a:prstGeom prst="rect">
            <a:avLst/>
          </a:prstGeom>
          <a:noFill/>
          <a:ln>
            <a:noFill/>
          </a:ln>
        </p:spPr>
        <p:txBody>
          <a:bodyPr spcFirstLastPara="1" wrap="square" lIns="91425" tIns="45700" rIns="91425" bIns="45700" anchor="t" anchorCtr="0">
            <a:spAutoFit/>
          </a:bodyPr>
          <a:p>
            <a:pPr marL="0" marR="0" lvl="0" indent="0" algn="l" rtl="0">
              <a:spcBef>
                <a:spcPts val="480"/>
              </a:spcBef>
              <a:spcAft>
                <a:spcPts val="0"/>
              </a:spcAft>
              <a:buClr>
                <a:schemeClr val="dk1"/>
              </a:buClr>
              <a:buSzPts val="2400"/>
              <a:buFont typeface="Arial" panose="020B0604020202020204"/>
              <a:buNone/>
            </a:pPr>
            <a:endParaRPr sz="24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endParaRPr sz="24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48603" name="Google Shape;112;p3"/>
          <p:cNvSpPr/>
          <p:nvPr/>
        </p:nvSpPr>
        <p:spPr>
          <a:xfrm>
            <a:off x="1270" y="1643063"/>
            <a:ext cx="9144000" cy="642937"/>
          </a:xfrm>
          <a:prstGeom prst="rect">
            <a:avLst/>
          </a:prstGeom>
          <a:solidFill>
            <a:srgbClr val="1F497D"/>
          </a:solidFill>
          <a:ln>
            <a:noFill/>
          </a:ln>
        </p:spPr>
        <p:txBody>
          <a:bodyPr spcFirstLastPara="1" wrap="square" lIns="91425" tIns="45700" rIns="91425" bIns="45700" anchor="ctr" anchorCtr="0">
            <a:noAutofit/>
          </a:bodyPr>
          <a:p>
            <a:pPr marL="0" marR="0" lvl="0" indent="0" algn="ctr" rtl="0">
              <a:spcBef>
                <a:spcPts val="0"/>
              </a:spcBef>
              <a:spcAft>
                <a:spcPts val="0"/>
              </a:spcAft>
              <a:buClr>
                <a:schemeClr val="dk1"/>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048604" name="Google Shape;113;p3"/>
          <p:cNvSpPr/>
          <p:nvPr/>
        </p:nvSpPr>
        <p:spPr>
          <a:xfrm>
            <a:off x="190500" y="1687513"/>
            <a:ext cx="8763000" cy="554037"/>
          </a:xfrm>
          <a:prstGeom prst="rect">
            <a:avLst/>
          </a:prstGeom>
          <a:noFill/>
          <a:ln>
            <a:noFill/>
          </a:ln>
        </p:spPr>
        <p:txBody>
          <a:bodyPr spcFirstLastPara="1" wrap="square" lIns="91425" tIns="45700" rIns="91425" bIns="45700" anchor="t" anchorCtr="0">
            <a:noAutofit/>
          </a:bodyPr>
          <a:p>
            <a:pPr marL="0" marR="0" lvl="0" indent="0" algn="l" rtl="0">
              <a:spcBef>
                <a:spcPts val="0"/>
              </a:spcBef>
              <a:spcAft>
                <a:spcPts val="0"/>
              </a:spcAft>
              <a:buClr>
                <a:schemeClr val="lt1"/>
              </a:buClr>
              <a:buSzPts val="3000"/>
              <a:buFont typeface="Arial" panose="020B0604020202020204"/>
              <a:buNone/>
            </a:pPr>
            <a:r>
              <a:rPr lang="en-US" sz="3000">
                <a:solidFill>
                  <a:schemeClr val="bg1"/>
                </a:solidFill>
                <a:sym typeface="+mn-ea"/>
              </a:rPr>
              <a:t>Dependency Injection</a:t>
            </a:r>
            <a:endParaRPr lang="en-US" sz="3000"/>
          </a:p>
          <a:p>
            <a:pPr marL="0" marR="0" lvl="0" indent="0" algn="l" rtl="0">
              <a:spcBef>
                <a:spcPts val="0"/>
              </a:spcBef>
              <a:spcAft>
                <a:spcPts val="0"/>
              </a:spcAft>
              <a:buClr>
                <a:schemeClr val="lt1"/>
              </a:buClr>
              <a:buSzPts val="3000"/>
              <a:buFont typeface="Arial" panose="020B0604020202020204"/>
              <a:buNone/>
            </a:pPr>
            <a:r>
              <a:rPr lang="en-IN" sz="3000" b="1" i="0" u="none" strike="noStrike" cap="none">
                <a:solidFill>
                  <a:schemeClr val="lt1"/>
                </a:solidFill>
                <a:latin typeface="Calibri" panose="020F0502020204030204"/>
                <a:ea typeface="Calibri" panose="020F0502020204030204"/>
                <a:cs typeface="Calibri" panose="020F0502020204030204"/>
                <a:sym typeface="Calibri" panose="020F0502020204030204"/>
              </a:rPr>
              <a:t> </a:t>
            </a:r>
            <a:endParaRPr sz="3000" b="1"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2" name="Text Box 1"/>
          <p:cNvSpPr txBox="1"/>
          <p:nvPr/>
        </p:nvSpPr>
        <p:spPr>
          <a:xfrm>
            <a:off x="190500" y="2378075"/>
            <a:ext cx="8518525" cy="4523105"/>
          </a:xfrm>
          <a:prstGeom prst="rect">
            <a:avLst/>
          </a:prstGeom>
          <a:noFill/>
        </p:spPr>
        <p:txBody>
          <a:bodyPr wrap="square" rtlCol="0">
            <a:spAutoFit/>
          </a:bodyPr>
          <a:p>
            <a:pPr marL="457200" indent="-457200">
              <a:buFont typeface="Arial" panose="020B0604020202020204" pitchFamily="34" charset="0"/>
              <a:buChar char="•"/>
            </a:pPr>
            <a:r>
              <a:rPr lang="en-US" sz="1600"/>
              <a:t>Dependency injection (DI) is a process whereby objects define their dependencies (that is, the other objects with which they work) only through constructor arguments, arguments to a factory method, or properties that are set on the object instance after it is constructed or returned from a factory method. </a:t>
            </a:r>
            <a:endParaRPr lang="en-US" sz="1600"/>
          </a:p>
          <a:p>
            <a:pPr marL="457200" indent="-457200">
              <a:buFont typeface="Arial" panose="020B0604020202020204" pitchFamily="34" charset="0"/>
              <a:buChar char="•"/>
            </a:pPr>
            <a:r>
              <a:rPr lang="en-US" sz="1600"/>
              <a:t>The container then injects those dependencies when it creates the bean. This process is fundamentally the inverse (hence the name, Inversion of Control) of the bean itself controlling the instantiation or location of its dependencies on its own by using direct construction of classes or the Service Locator pattern.</a:t>
            </a:r>
            <a:endParaRPr lang="en-US" sz="1600"/>
          </a:p>
          <a:p>
            <a:pPr marL="457200" indent="-457200">
              <a:buFont typeface="Arial" panose="020B0604020202020204" pitchFamily="34" charset="0"/>
              <a:buChar char="•"/>
            </a:pPr>
            <a:endParaRPr lang="en-US" sz="1600"/>
          </a:p>
          <a:p>
            <a:pPr marL="457200" indent="-457200">
              <a:buFont typeface="Arial" panose="020B0604020202020204" pitchFamily="34" charset="0"/>
              <a:buChar char="•"/>
            </a:pPr>
            <a:r>
              <a:rPr lang="en-US" sz="1600"/>
              <a:t>Code is cleaner with the DI principle, and decoupling is more effective when objects are provided with their dependencies. </a:t>
            </a:r>
            <a:endParaRPr lang="en-US" sz="1600"/>
          </a:p>
          <a:p>
            <a:pPr marL="457200" indent="-457200">
              <a:buFont typeface="Arial" panose="020B0604020202020204" pitchFamily="34" charset="0"/>
              <a:buChar char="•"/>
            </a:pPr>
            <a:r>
              <a:rPr lang="en-US" sz="1600"/>
              <a:t>The object does not look up its dependencies and does not know the location or class of the dependencies. As a result, your classes become easier to test, particularly when the dependencies are on interfaces or abstract base classes, which allow for stub or mock implementations to be used in unit tests.</a:t>
            </a:r>
            <a:endParaRPr lang="en-US" sz="1600"/>
          </a:p>
          <a:p>
            <a:pPr marL="457200" indent="-457200">
              <a:buFont typeface="Arial" panose="020B0604020202020204" pitchFamily="34" charset="0"/>
              <a:buChar char="•"/>
            </a:pPr>
            <a:endParaRPr lang="en-US" sz="1600"/>
          </a:p>
          <a:p>
            <a:pPr marL="457200" indent="-457200">
              <a:buFont typeface="Arial" panose="020B0604020202020204" pitchFamily="34" charset="0"/>
              <a:buChar char="•"/>
            </a:pPr>
            <a:r>
              <a:rPr lang="en-US" sz="1600"/>
              <a:t>DI exists in two major variants: </a:t>
            </a:r>
            <a:r>
              <a:rPr lang="en-US" sz="1600" b="1"/>
              <a:t>Constructor-based dependency injection</a:t>
            </a:r>
            <a:r>
              <a:rPr lang="en-US" sz="1600"/>
              <a:t> and </a:t>
            </a:r>
            <a:r>
              <a:rPr lang="en-US" sz="1600" b="1"/>
              <a:t>Setter-based dependency injection.</a:t>
            </a:r>
            <a:endParaRPr lang="en-US" sz="1600" b="1"/>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00" name="Shape 108"/>
        <p:cNvGrpSpPr/>
        <p:nvPr/>
      </p:nvGrpSpPr>
      <p:grpSpPr>
        <a:xfrm>
          <a:off x="0" y="0"/>
          <a:ext cx="0" cy="0"/>
          <a:chOff x="0" y="0"/>
          <a:chExt cx="0" cy="0"/>
        </a:xfrm>
      </p:grpSpPr>
      <p:pic>
        <p:nvPicPr>
          <p:cNvPr id="2097156" name="Google Shape;109;p3" descr="C:\Users\parul\Desktop\Digital Learning Content.png"/>
          <p:cNvPicPr preferRelativeResize="0"/>
          <p:nvPr/>
        </p:nvPicPr>
        <p:blipFill rotWithShape="1">
          <a:blip r:embed="rId1"/>
          <a:srcRect/>
          <a:stretch>
            <a:fillRect/>
          </a:stretch>
        </p:blipFill>
        <p:spPr>
          <a:xfrm>
            <a:off x="0" y="0"/>
            <a:ext cx="9144000" cy="6900863"/>
          </a:xfrm>
          <a:prstGeom prst="rect">
            <a:avLst/>
          </a:prstGeom>
          <a:noFill/>
          <a:ln>
            <a:noFill/>
          </a:ln>
        </p:spPr>
      </p:pic>
      <p:pic>
        <p:nvPicPr>
          <p:cNvPr id="2097157" name="Google Shape;110;p3" descr="C:\Users\parul\Desktop\Untitled-1.png"/>
          <p:cNvPicPr preferRelativeResize="0"/>
          <p:nvPr/>
        </p:nvPicPr>
        <p:blipFill rotWithShape="1">
          <a:blip r:embed="rId2"/>
          <a:srcRect/>
          <a:stretch>
            <a:fillRect/>
          </a:stretch>
        </p:blipFill>
        <p:spPr>
          <a:xfrm>
            <a:off x="1857375" y="3071813"/>
            <a:ext cx="5430838" cy="2803525"/>
          </a:xfrm>
          <a:prstGeom prst="rect">
            <a:avLst/>
          </a:prstGeom>
          <a:noFill/>
          <a:ln>
            <a:noFill/>
          </a:ln>
        </p:spPr>
      </p:pic>
      <p:sp>
        <p:nvSpPr>
          <p:cNvPr id="1048602" name="Google Shape;111;p3"/>
          <p:cNvSpPr txBox="1"/>
          <p:nvPr/>
        </p:nvSpPr>
        <p:spPr>
          <a:xfrm>
            <a:off x="190500" y="2286000"/>
            <a:ext cx="8558213" cy="890270"/>
          </a:xfrm>
          <a:prstGeom prst="rect">
            <a:avLst/>
          </a:prstGeom>
          <a:noFill/>
          <a:ln>
            <a:noFill/>
          </a:ln>
        </p:spPr>
        <p:txBody>
          <a:bodyPr spcFirstLastPara="1" wrap="square" lIns="91425" tIns="45700" rIns="91425" bIns="45700" anchor="t" anchorCtr="0">
            <a:spAutoFit/>
          </a:bodyPr>
          <a:p>
            <a:pPr marL="0" marR="0" lvl="0" indent="0" algn="l" rtl="0">
              <a:spcBef>
                <a:spcPts val="480"/>
              </a:spcBef>
              <a:spcAft>
                <a:spcPts val="0"/>
              </a:spcAft>
              <a:buClr>
                <a:schemeClr val="dk1"/>
              </a:buClr>
              <a:buSzPts val="2400"/>
              <a:buFont typeface="Arial" panose="020B0604020202020204"/>
              <a:buNone/>
            </a:pPr>
            <a:endParaRPr sz="24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endParaRPr sz="24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48603" name="Google Shape;112;p3"/>
          <p:cNvSpPr/>
          <p:nvPr/>
        </p:nvSpPr>
        <p:spPr>
          <a:xfrm>
            <a:off x="1270" y="1643063"/>
            <a:ext cx="9144000" cy="642937"/>
          </a:xfrm>
          <a:prstGeom prst="rect">
            <a:avLst/>
          </a:prstGeom>
          <a:solidFill>
            <a:srgbClr val="1F497D"/>
          </a:solidFill>
          <a:ln>
            <a:noFill/>
          </a:ln>
        </p:spPr>
        <p:txBody>
          <a:bodyPr spcFirstLastPara="1" wrap="square" lIns="91425" tIns="45700" rIns="91425" bIns="45700" anchor="ctr" anchorCtr="0">
            <a:noAutofit/>
          </a:bodyPr>
          <a:p>
            <a:pPr marL="0" marR="0" lvl="0" indent="0" algn="ctr" rtl="0">
              <a:spcBef>
                <a:spcPts val="0"/>
              </a:spcBef>
              <a:spcAft>
                <a:spcPts val="0"/>
              </a:spcAft>
              <a:buClr>
                <a:schemeClr val="dk1"/>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048604" name="Google Shape;113;p3"/>
          <p:cNvSpPr/>
          <p:nvPr/>
        </p:nvSpPr>
        <p:spPr>
          <a:xfrm>
            <a:off x="190500" y="1687513"/>
            <a:ext cx="8763000" cy="554037"/>
          </a:xfrm>
          <a:prstGeom prst="rect">
            <a:avLst/>
          </a:prstGeom>
          <a:noFill/>
          <a:ln>
            <a:noFill/>
          </a:ln>
        </p:spPr>
        <p:txBody>
          <a:bodyPr spcFirstLastPara="1" wrap="square" lIns="91425" tIns="45700" rIns="91425" bIns="45700" anchor="t" anchorCtr="0">
            <a:noAutofit/>
          </a:bodyPr>
          <a:p>
            <a:pPr marL="0" marR="0" lvl="0" indent="0" algn="l" rtl="0">
              <a:spcBef>
                <a:spcPts val="0"/>
              </a:spcBef>
              <a:spcAft>
                <a:spcPts val="0"/>
              </a:spcAft>
              <a:buClr>
                <a:schemeClr val="lt1"/>
              </a:buClr>
              <a:buSzPts val="3000"/>
              <a:buFont typeface="Arial" panose="020B0604020202020204"/>
              <a:buNone/>
            </a:pPr>
            <a:r>
              <a:rPr lang="en-US" sz="3000" b="1">
                <a:solidFill>
                  <a:schemeClr val="bg1"/>
                </a:solidFill>
                <a:sym typeface="+mn-ea"/>
              </a:rPr>
              <a:t>Constructor-based dependency injection</a:t>
            </a:r>
            <a:r>
              <a:rPr lang="en-US" sz="3000">
                <a:solidFill>
                  <a:schemeClr val="bg1"/>
                </a:solidFill>
                <a:sym typeface="+mn-ea"/>
              </a:rPr>
              <a:t> </a:t>
            </a:r>
            <a:r>
              <a:rPr lang="en-IN" sz="3000" b="1" i="0" u="none" strike="noStrike" cap="none">
                <a:solidFill>
                  <a:schemeClr val="bg1"/>
                </a:solidFill>
                <a:latin typeface="Calibri" panose="020F0502020204030204"/>
                <a:ea typeface="Calibri" panose="020F0502020204030204"/>
                <a:cs typeface="Calibri" panose="020F0502020204030204"/>
                <a:sym typeface="Calibri" panose="020F0502020204030204"/>
              </a:rPr>
              <a:t> </a:t>
            </a:r>
            <a:endParaRPr lang="en-IN" sz="3000" b="1" i="0" u="none" strike="noStrike" cap="none">
              <a:solidFill>
                <a:schemeClr val="bg1"/>
              </a:solidFill>
              <a:latin typeface="Calibri" panose="020F0502020204030204"/>
              <a:ea typeface="Calibri" panose="020F0502020204030204"/>
              <a:cs typeface="Calibri" panose="020F0502020204030204"/>
              <a:sym typeface="Calibri" panose="020F0502020204030204"/>
            </a:endParaRPr>
          </a:p>
        </p:txBody>
      </p:sp>
      <p:sp>
        <p:nvSpPr>
          <p:cNvPr id="2" name="Text Box 1"/>
          <p:cNvSpPr txBox="1"/>
          <p:nvPr/>
        </p:nvSpPr>
        <p:spPr>
          <a:xfrm>
            <a:off x="190500" y="2378075"/>
            <a:ext cx="8518525" cy="4276725"/>
          </a:xfrm>
          <a:prstGeom prst="rect">
            <a:avLst/>
          </a:prstGeom>
          <a:noFill/>
        </p:spPr>
        <p:txBody>
          <a:bodyPr wrap="square" rtlCol="0">
            <a:spAutoFit/>
          </a:bodyPr>
          <a:p>
            <a:pPr marL="457200" indent="-457200">
              <a:buFont typeface="Arial" panose="020B0604020202020204" pitchFamily="34" charset="0"/>
              <a:buChar char="•"/>
            </a:pPr>
            <a:r>
              <a:rPr lang="en-US" sz="1600"/>
              <a:t>Constructor-based DI is accomplished by the container invoking a constructor with a number of arguments, each representing a dependency. Calling a static factory method with specific arguments to construct the bean is nearly equivalent, and this discussion treats arguments to a constructor and to a static factory method similarly. The following example shows a class that can only be dependency-injected with constructor injection:</a:t>
            </a:r>
            <a:endParaRPr lang="en-US" sz="1600"/>
          </a:p>
          <a:p>
            <a:pPr marL="457200" indent="-457200">
              <a:buFont typeface="Arial" panose="020B0604020202020204" pitchFamily="34" charset="0"/>
              <a:buChar char="•"/>
            </a:pPr>
            <a:r>
              <a:rPr lang="en-US" sz="1600"/>
              <a:t>public class SimpleMovieLister {</a:t>
            </a:r>
            <a:endParaRPr lang="en-US" sz="1600"/>
          </a:p>
          <a:p>
            <a:pPr marL="0" indent="0">
              <a:buNone/>
            </a:pPr>
            <a:endParaRPr lang="en-US" sz="1600"/>
          </a:p>
          <a:p>
            <a:pPr marL="0" indent="0">
              <a:buNone/>
            </a:pPr>
            <a:r>
              <a:rPr lang="en-US" sz="1600"/>
              <a:t>	// the SimpleMovieLister has a dependency on a MovieFinder</a:t>
            </a:r>
            <a:endParaRPr lang="en-US" sz="1600"/>
          </a:p>
          <a:p>
            <a:pPr marL="0" indent="0">
              <a:buNone/>
            </a:pPr>
            <a:r>
              <a:rPr lang="en-US" sz="1600"/>
              <a:t>	private final MovieFinder movieFinder;</a:t>
            </a:r>
            <a:endParaRPr lang="en-US" sz="1600"/>
          </a:p>
          <a:p>
            <a:pPr marL="0" indent="0">
              <a:buNone/>
            </a:pPr>
            <a:endParaRPr lang="en-US" sz="1600"/>
          </a:p>
          <a:p>
            <a:pPr marL="0" indent="0">
              <a:buNone/>
            </a:pPr>
            <a:r>
              <a:rPr lang="en-US" sz="1600"/>
              <a:t>	// a constructor so that the Spring container can inject a MovieFinder</a:t>
            </a:r>
            <a:endParaRPr lang="en-US" sz="1600"/>
          </a:p>
          <a:p>
            <a:pPr marL="0" indent="0">
              <a:buNone/>
            </a:pPr>
            <a:r>
              <a:rPr lang="en-US" sz="1600"/>
              <a:t>	public SimpleMovieLister(MovieFinder movieFinder) {</a:t>
            </a:r>
            <a:endParaRPr lang="en-US" sz="1600"/>
          </a:p>
          <a:p>
            <a:pPr marL="0" indent="0">
              <a:buNone/>
            </a:pPr>
            <a:r>
              <a:rPr lang="en-US" sz="1600"/>
              <a:t>		this.movieFinder = movieFinder;</a:t>
            </a:r>
            <a:endParaRPr lang="en-US" sz="1600"/>
          </a:p>
          <a:p>
            <a:pPr marL="0" indent="0">
              <a:buNone/>
            </a:pPr>
            <a:r>
              <a:rPr lang="en-US" sz="1600"/>
              <a:t>	}</a:t>
            </a:r>
            <a:endParaRPr lang="en-US" sz="1600"/>
          </a:p>
          <a:p>
            <a:pPr marL="0" indent="0">
              <a:buNone/>
            </a:pPr>
            <a:endParaRPr lang="en-US" sz="1600"/>
          </a:p>
          <a:p>
            <a:pPr marL="0" indent="0">
              <a:buNone/>
            </a:pPr>
            <a:r>
              <a:rPr lang="en-US" sz="1600"/>
              <a:t>	// business logic that actually uses the injected MovieFinder is omitted...</a:t>
            </a:r>
            <a:endParaRPr lang="en-US" sz="1600"/>
          </a:p>
          <a:p>
            <a:pPr marL="0" indent="0">
              <a:buNone/>
            </a:pPr>
            <a:r>
              <a:rPr lang="en-US" sz="1600"/>
              <a:t>}</a:t>
            </a:r>
            <a:endParaRPr lang="en-US" sz="16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00" name="Shape 108"/>
        <p:cNvGrpSpPr/>
        <p:nvPr/>
      </p:nvGrpSpPr>
      <p:grpSpPr>
        <a:xfrm>
          <a:off x="0" y="0"/>
          <a:ext cx="0" cy="0"/>
          <a:chOff x="0" y="0"/>
          <a:chExt cx="0" cy="0"/>
        </a:xfrm>
      </p:grpSpPr>
      <p:pic>
        <p:nvPicPr>
          <p:cNvPr id="2097156" name="Google Shape;109;p3" descr="C:\Users\parul\Desktop\Digital Learning Content.png"/>
          <p:cNvPicPr preferRelativeResize="0"/>
          <p:nvPr/>
        </p:nvPicPr>
        <p:blipFill rotWithShape="1">
          <a:blip r:embed="rId1"/>
          <a:srcRect/>
          <a:stretch>
            <a:fillRect/>
          </a:stretch>
        </p:blipFill>
        <p:spPr>
          <a:xfrm>
            <a:off x="0" y="0"/>
            <a:ext cx="9144000" cy="6900863"/>
          </a:xfrm>
          <a:prstGeom prst="rect">
            <a:avLst/>
          </a:prstGeom>
          <a:noFill/>
          <a:ln>
            <a:noFill/>
          </a:ln>
        </p:spPr>
      </p:pic>
      <p:pic>
        <p:nvPicPr>
          <p:cNvPr id="2097157" name="Google Shape;110;p3" descr="C:\Users\parul\Desktop\Untitled-1.png"/>
          <p:cNvPicPr preferRelativeResize="0"/>
          <p:nvPr/>
        </p:nvPicPr>
        <p:blipFill rotWithShape="1">
          <a:blip r:embed="rId2"/>
          <a:srcRect/>
          <a:stretch>
            <a:fillRect/>
          </a:stretch>
        </p:blipFill>
        <p:spPr>
          <a:xfrm>
            <a:off x="1857375" y="3071813"/>
            <a:ext cx="5430838" cy="2803525"/>
          </a:xfrm>
          <a:prstGeom prst="rect">
            <a:avLst/>
          </a:prstGeom>
          <a:noFill/>
          <a:ln>
            <a:noFill/>
          </a:ln>
        </p:spPr>
      </p:pic>
      <p:sp>
        <p:nvSpPr>
          <p:cNvPr id="1048602" name="Google Shape;111;p3"/>
          <p:cNvSpPr txBox="1"/>
          <p:nvPr/>
        </p:nvSpPr>
        <p:spPr>
          <a:xfrm>
            <a:off x="190500" y="2286000"/>
            <a:ext cx="8558213" cy="890270"/>
          </a:xfrm>
          <a:prstGeom prst="rect">
            <a:avLst/>
          </a:prstGeom>
          <a:noFill/>
          <a:ln>
            <a:noFill/>
          </a:ln>
        </p:spPr>
        <p:txBody>
          <a:bodyPr spcFirstLastPara="1" wrap="square" lIns="91425" tIns="45700" rIns="91425" bIns="45700" anchor="t" anchorCtr="0">
            <a:spAutoFit/>
          </a:bodyPr>
          <a:p>
            <a:pPr marL="0" marR="0" lvl="0" indent="0" algn="l" rtl="0">
              <a:spcBef>
                <a:spcPts val="480"/>
              </a:spcBef>
              <a:spcAft>
                <a:spcPts val="0"/>
              </a:spcAft>
              <a:buClr>
                <a:schemeClr val="dk1"/>
              </a:buClr>
              <a:buSzPts val="2400"/>
              <a:buFont typeface="Arial" panose="020B0604020202020204"/>
              <a:buNone/>
            </a:pPr>
            <a:endParaRPr sz="24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endParaRPr sz="24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48603" name="Google Shape;112;p3"/>
          <p:cNvSpPr/>
          <p:nvPr/>
        </p:nvSpPr>
        <p:spPr>
          <a:xfrm>
            <a:off x="1270" y="1643063"/>
            <a:ext cx="9144000" cy="642937"/>
          </a:xfrm>
          <a:prstGeom prst="rect">
            <a:avLst/>
          </a:prstGeom>
          <a:solidFill>
            <a:srgbClr val="1F497D"/>
          </a:solidFill>
          <a:ln>
            <a:noFill/>
          </a:ln>
        </p:spPr>
        <p:txBody>
          <a:bodyPr spcFirstLastPara="1" wrap="square" lIns="91425" tIns="45700" rIns="91425" bIns="45700" anchor="ctr" anchorCtr="0">
            <a:noAutofit/>
          </a:bodyPr>
          <a:p>
            <a:pPr marL="0" marR="0" lvl="0" indent="0" algn="ctr" rtl="0">
              <a:spcBef>
                <a:spcPts val="0"/>
              </a:spcBef>
              <a:spcAft>
                <a:spcPts val="0"/>
              </a:spcAft>
              <a:buClr>
                <a:schemeClr val="dk1"/>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048604" name="Google Shape;113;p3"/>
          <p:cNvSpPr/>
          <p:nvPr/>
        </p:nvSpPr>
        <p:spPr>
          <a:xfrm>
            <a:off x="190500" y="1687513"/>
            <a:ext cx="8763000" cy="554037"/>
          </a:xfrm>
          <a:prstGeom prst="rect">
            <a:avLst/>
          </a:prstGeom>
          <a:noFill/>
          <a:ln>
            <a:noFill/>
          </a:ln>
        </p:spPr>
        <p:txBody>
          <a:bodyPr spcFirstLastPara="1" wrap="square" lIns="91425" tIns="45700" rIns="91425" bIns="45700" anchor="t" anchorCtr="0">
            <a:noAutofit/>
          </a:bodyPr>
          <a:p>
            <a:pPr marL="0" marR="0" lvl="0" indent="0" algn="l" rtl="0">
              <a:spcBef>
                <a:spcPts val="0"/>
              </a:spcBef>
              <a:spcAft>
                <a:spcPts val="0"/>
              </a:spcAft>
              <a:buClr>
                <a:schemeClr val="lt1"/>
              </a:buClr>
              <a:buSzPts val="3000"/>
              <a:buFont typeface="Arial" panose="020B0604020202020204"/>
              <a:buNone/>
            </a:pPr>
            <a:r>
              <a:rPr lang="en-US" sz="3000" b="1">
                <a:solidFill>
                  <a:schemeClr val="bg1"/>
                </a:solidFill>
                <a:sym typeface="+mn-ea"/>
              </a:rPr>
              <a:t>Constructor Argument Resolution</a:t>
            </a:r>
            <a:r>
              <a:rPr lang="en-US" sz="3000">
                <a:solidFill>
                  <a:schemeClr val="bg1"/>
                </a:solidFill>
                <a:sym typeface="+mn-ea"/>
              </a:rPr>
              <a:t> </a:t>
            </a:r>
            <a:r>
              <a:rPr lang="en-IN" sz="3000" b="1" i="0" u="none" strike="noStrike" cap="none">
                <a:solidFill>
                  <a:schemeClr val="bg1"/>
                </a:solidFill>
                <a:latin typeface="Calibri" panose="020F0502020204030204"/>
                <a:ea typeface="Calibri" panose="020F0502020204030204"/>
                <a:cs typeface="Calibri" panose="020F0502020204030204"/>
                <a:sym typeface="Calibri" panose="020F0502020204030204"/>
              </a:rPr>
              <a:t> </a:t>
            </a:r>
            <a:endParaRPr lang="en-IN" sz="3000" b="1" i="0" u="none" strike="noStrike" cap="none">
              <a:solidFill>
                <a:schemeClr val="bg1"/>
              </a:solidFill>
              <a:latin typeface="Calibri" panose="020F0502020204030204"/>
              <a:ea typeface="Calibri" panose="020F0502020204030204"/>
              <a:cs typeface="Calibri" panose="020F0502020204030204"/>
              <a:sym typeface="Calibri" panose="020F0502020204030204"/>
            </a:endParaRPr>
          </a:p>
        </p:txBody>
      </p:sp>
      <p:sp>
        <p:nvSpPr>
          <p:cNvPr id="2" name="Text Box 1"/>
          <p:cNvSpPr txBox="1"/>
          <p:nvPr/>
        </p:nvSpPr>
        <p:spPr>
          <a:xfrm>
            <a:off x="190500" y="2378075"/>
            <a:ext cx="8518525" cy="1322070"/>
          </a:xfrm>
          <a:prstGeom prst="rect">
            <a:avLst/>
          </a:prstGeom>
          <a:noFill/>
        </p:spPr>
        <p:txBody>
          <a:bodyPr wrap="square" rtlCol="0">
            <a:spAutoFit/>
          </a:bodyPr>
          <a:p>
            <a:pPr marL="457200" indent="-457200">
              <a:buFont typeface="Arial" panose="020B0604020202020204" pitchFamily="34" charset="0"/>
              <a:buChar char="•"/>
            </a:pPr>
            <a:r>
              <a:rPr lang="en-US" sz="1600"/>
              <a:t>Constructor argument resolution matching occurs by using the argument’s type. </a:t>
            </a:r>
            <a:endParaRPr lang="en-US" sz="1600"/>
          </a:p>
          <a:p>
            <a:pPr marL="457200" indent="-457200">
              <a:buFont typeface="Arial" panose="020B0604020202020204" pitchFamily="34" charset="0"/>
              <a:buChar char="•"/>
            </a:pPr>
            <a:r>
              <a:rPr lang="en-US" sz="1600"/>
              <a:t>If no potential ambiguity exists in the constructor arguments of a bean definition, the order in which the constructor arguments are defined in a bean definition is the order in which those arguments are supplied to the appropriate constructor when the bean is being instantiated. </a:t>
            </a:r>
            <a:endParaRPr lang="en-US" sz="16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00" name="Shape 108"/>
        <p:cNvGrpSpPr/>
        <p:nvPr/>
      </p:nvGrpSpPr>
      <p:grpSpPr>
        <a:xfrm>
          <a:off x="0" y="0"/>
          <a:ext cx="0" cy="0"/>
          <a:chOff x="0" y="0"/>
          <a:chExt cx="0" cy="0"/>
        </a:xfrm>
      </p:grpSpPr>
      <p:pic>
        <p:nvPicPr>
          <p:cNvPr id="2097156" name="Google Shape;109;p3" descr="C:\Users\parul\Desktop\Digital Learning Content.png"/>
          <p:cNvPicPr preferRelativeResize="0"/>
          <p:nvPr/>
        </p:nvPicPr>
        <p:blipFill rotWithShape="1">
          <a:blip r:embed="rId1"/>
          <a:srcRect/>
          <a:stretch>
            <a:fillRect/>
          </a:stretch>
        </p:blipFill>
        <p:spPr>
          <a:xfrm>
            <a:off x="0" y="0"/>
            <a:ext cx="9144000" cy="6900863"/>
          </a:xfrm>
          <a:prstGeom prst="rect">
            <a:avLst/>
          </a:prstGeom>
          <a:noFill/>
          <a:ln>
            <a:noFill/>
          </a:ln>
        </p:spPr>
      </p:pic>
      <p:pic>
        <p:nvPicPr>
          <p:cNvPr id="2097157" name="Google Shape;110;p3" descr="C:\Users\parul\Desktop\Untitled-1.png"/>
          <p:cNvPicPr preferRelativeResize="0"/>
          <p:nvPr/>
        </p:nvPicPr>
        <p:blipFill rotWithShape="1">
          <a:blip r:embed="rId2"/>
          <a:srcRect/>
          <a:stretch>
            <a:fillRect/>
          </a:stretch>
        </p:blipFill>
        <p:spPr>
          <a:xfrm>
            <a:off x="1857375" y="3071813"/>
            <a:ext cx="5430838" cy="2803525"/>
          </a:xfrm>
          <a:prstGeom prst="rect">
            <a:avLst/>
          </a:prstGeom>
          <a:noFill/>
          <a:ln>
            <a:noFill/>
          </a:ln>
        </p:spPr>
      </p:pic>
      <p:sp>
        <p:nvSpPr>
          <p:cNvPr id="1048602" name="Google Shape;111;p3"/>
          <p:cNvSpPr txBox="1"/>
          <p:nvPr/>
        </p:nvSpPr>
        <p:spPr>
          <a:xfrm>
            <a:off x="190500" y="2286000"/>
            <a:ext cx="8558213" cy="890270"/>
          </a:xfrm>
          <a:prstGeom prst="rect">
            <a:avLst/>
          </a:prstGeom>
          <a:noFill/>
          <a:ln>
            <a:noFill/>
          </a:ln>
        </p:spPr>
        <p:txBody>
          <a:bodyPr spcFirstLastPara="1" wrap="square" lIns="91425" tIns="45700" rIns="91425" bIns="45700" anchor="t" anchorCtr="0">
            <a:spAutoFit/>
          </a:bodyPr>
          <a:p>
            <a:pPr marL="0" marR="0" lvl="0" indent="0" algn="l" rtl="0">
              <a:spcBef>
                <a:spcPts val="480"/>
              </a:spcBef>
              <a:spcAft>
                <a:spcPts val="0"/>
              </a:spcAft>
              <a:buClr>
                <a:schemeClr val="dk1"/>
              </a:buClr>
              <a:buSzPts val="2400"/>
              <a:buFont typeface="Arial" panose="020B0604020202020204"/>
              <a:buNone/>
            </a:pPr>
            <a:endParaRPr sz="24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endParaRPr sz="24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48603" name="Google Shape;112;p3"/>
          <p:cNvSpPr/>
          <p:nvPr/>
        </p:nvSpPr>
        <p:spPr>
          <a:xfrm>
            <a:off x="1270" y="1643063"/>
            <a:ext cx="9144000" cy="642937"/>
          </a:xfrm>
          <a:prstGeom prst="rect">
            <a:avLst/>
          </a:prstGeom>
          <a:solidFill>
            <a:srgbClr val="1F497D"/>
          </a:solidFill>
          <a:ln>
            <a:noFill/>
          </a:ln>
        </p:spPr>
        <p:txBody>
          <a:bodyPr spcFirstLastPara="1" wrap="square" lIns="91425" tIns="45700" rIns="91425" bIns="45700" anchor="ctr" anchorCtr="0">
            <a:noAutofit/>
          </a:bodyPr>
          <a:p>
            <a:pPr marL="0" marR="0" lvl="0" indent="0" algn="ctr" rtl="0">
              <a:spcBef>
                <a:spcPts val="0"/>
              </a:spcBef>
              <a:spcAft>
                <a:spcPts val="0"/>
              </a:spcAft>
              <a:buClr>
                <a:schemeClr val="dk1"/>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048604" name="Google Shape;113;p3"/>
          <p:cNvSpPr/>
          <p:nvPr/>
        </p:nvSpPr>
        <p:spPr>
          <a:xfrm>
            <a:off x="190500" y="1687513"/>
            <a:ext cx="8763000" cy="554037"/>
          </a:xfrm>
          <a:prstGeom prst="rect">
            <a:avLst/>
          </a:prstGeom>
          <a:noFill/>
          <a:ln>
            <a:noFill/>
          </a:ln>
        </p:spPr>
        <p:txBody>
          <a:bodyPr spcFirstLastPara="1" wrap="square" lIns="91425" tIns="45700" rIns="91425" bIns="45700" anchor="t" anchorCtr="0">
            <a:noAutofit/>
          </a:bodyPr>
          <a:p>
            <a:pPr marL="0" marR="0" lvl="0" indent="0" algn="l" rtl="0">
              <a:spcBef>
                <a:spcPts val="0"/>
              </a:spcBef>
              <a:spcAft>
                <a:spcPts val="0"/>
              </a:spcAft>
              <a:buClr>
                <a:schemeClr val="lt1"/>
              </a:buClr>
              <a:buSzPts val="3000"/>
              <a:buFont typeface="Arial" panose="020B0604020202020204"/>
              <a:buNone/>
            </a:pPr>
            <a:r>
              <a:rPr lang="en-US" sz="3000">
                <a:solidFill>
                  <a:schemeClr val="bg1"/>
                </a:solidFill>
                <a:sym typeface="+mn-ea"/>
              </a:rPr>
              <a:t>Dependency Injection</a:t>
            </a:r>
            <a:endParaRPr lang="en-US" sz="3000"/>
          </a:p>
          <a:p>
            <a:pPr marL="0" marR="0" lvl="0" indent="0" algn="l" rtl="0">
              <a:spcBef>
                <a:spcPts val="0"/>
              </a:spcBef>
              <a:spcAft>
                <a:spcPts val="0"/>
              </a:spcAft>
              <a:buClr>
                <a:schemeClr val="lt1"/>
              </a:buClr>
              <a:buSzPts val="3000"/>
              <a:buFont typeface="Arial" panose="020B0604020202020204"/>
              <a:buNone/>
            </a:pPr>
            <a:r>
              <a:rPr lang="en-IN" sz="3000" b="1" i="0" u="none" strike="noStrike" cap="none">
                <a:solidFill>
                  <a:schemeClr val="lt1"/>
                </a:solidFill>
                <a:latin typeface="Calibri" panose="020F0502020204030204"/>
                <a:ea typeface="Calibri" panose="020F0502020204030204"/>
                <a:cs typeface="Calibri" panose="020F0502020204030204"/>
                <a:sym typeface="Calibri" panose="020F0502020204030204"/>
              </a:rPr>
              <a:t> </a:t>
            </a:r>
            <a:endParaRPr sz="3000" b="1"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2" name="Text Box 1"/>
          <p:cNvSpPr txBox="1"/>
          <p:nvPr/>
        </p:nvSpPr>
        <p:spPr>
          <a:xfrm>
            <a:off x="190500" y="2473960"/>
            <a:ext cx="8518525" cy="4030980"/>
          </a:xfrm>
          <a:prstGeom prst="rect">
            <a:avLst/>
          </a:prstGeom>
          <a:noFill/>
        </p:spPr>
        <p:txBody>
          <a:bodyPr wrap="square" rtlCol="0">
            <a:spAutoFit/>
          </a:bodyPr>
          <a:p>
            <a:pPr marL="457200" indent="-457200">
              <a:buFont typeface="Arial" panose="020B0604020202020204" pitchFamily="34" charset="0"/>
              <a:buChar char="•"/>
            </a:pPr>
            <a:r>
              <a:rPr lang="en-US" sz="1600"/>
              <a:t>You are free to use any of the standard Spring Framework techniques to define your beans and their injected dependencies. </a:t>
            </a:r>
            <a:endParaRPr lang="en-US" sz="1600"/>
          </a:p>
          <a:p>
            <a:pPr marL="457200" indent="-457200">
              <a:buFont typeface="Arial" panose="020B0604020202020204" pitchFamily="34" charset="0"/>
              <a:buChar char="•"/>
            </a:pPr>
            <a:endParaRPr lang="en-US" sz="1600"/>
          </a:p>
          <a:p>
            <a:pPr marL="457200" indent="-457200">
              <a:buFont typeface="Arial" panose="020B0604020202020204" pitchFamily="34" charset="0"/>
              <a:buChar char="•"/>
            </a:pPr>
            <a:r>
              <a:rPr lang="en-US" sz="1600"/>
              <a:t>For simplicity</a:t>
            </a:r>
            <a:r>
              <a:rPr lang="en-IN" altLang="en-US" sz="1600"/>
              <a:t>  </a:t>
            </a:r>
            <a:r>
              <a:rPr lang="en-US" sz="1600"/>
              <a:t>we</a:t>
            </a:r>
            <a:r>
              <a:rPr lang="en-IN" altLang="en-US" sz="1600"/>
              <a:t> </a:t>
            </a:r>
            <a:r>
              <a:rPr lang="en-US" sz="1600"/>
              <a:t>often find that using @ComponentScan to find your beans, in combination with @Autowired constructor injection works well.</a:t>
            </a:r>
            <a:endParaRPr lang="en-US" sz="1600"/>
          </a:p>
          <a:p>
            <a:pPr marL="457200" indent="-457200">
              <a:buFont typeface="Arial" panose="020B0604020202020204" pitchFamily="34" charset="0"/>
              <a:buChar char="•"/>
            </a:pPr>
            <a:endParaRPr lang="en-US" sz="1600"/>
          </a:p>
          <a:p>
            <a:pPr marL="457200" indent="-457200">
              <a:buFont typeface="Arial" panose="020B0604020202020204" pitchFamily="34" charset="0"/>
              <a:buChar char="•"/>
            </a:pPr>
            <a:r>
              <a:rPr lang="en-US" sz="1600"/>
              <a:t>If you structure your code as suggested above (locating your application class in a root package), you can add @ComponentScan without any</a:t>
            </a:r>
            <a:r>
              <a:rPr lang="en-IN" altLang="en-US" sz="1600"/>
              <a:t> </a:t>
            </a:r>
            <a:r>
              <a:rPr lang="en-US" sz="1600"/>
              <a:t>arguments. </a:t>
            </a:r>
            <a:endParaRPr lang="en-US" sz="1600"/>
          </a:p>
          <a:p>
            <a:pPr marL="457200" indent="-457200">
              <a:buFont typeface="Arial" panose="020B0604020202020204" pitchFamily="34" charset="0"/>
              <a:buChar char="•"/>
            </a:pPr>
            <a:endParaRPr lang="en-US" sz="1600"/>
          </a:p>
          <a:p>
            <a:pPr marL="457200" indent="-457200">
              <a:buFont typeface="Arial" panose="020B0604020202020204" pitchFamily="34" charset="0"/>
              <a:buChar char="•"/>
            </a:pPr>
            <a:r>
              <a:rPr lang="en-US" sz="1600"/>
              <a:t>All of your application components ( @Component , @Service , @Repository , @Controller etc.) will be automatically registered</a:t>
            </a:r>
            <a:r>
              <a:rPr lang="en-IN" altLang="en-US" sz="1600"/>
              <a:t> </a:t>
            </a:r>
            <a:r>
              <a:rPr lang="en-US" sz="1600"/>
              <a:t>as Spring Beans.</a:t>
            </a:r>
            <a:endParaRPr lang="en-US" sz="1600"/>
          </a:p>
          <a:p>
            <a:pPr marL="457200" indent="-457200">
              <a:buFont typeface="Arial" panose="020B0604020202020204" pitchFamily="34" charset="0"/>
              <a:buChar char="•"/>
            </a:pPr>
            <a:endParaRPr lang="en-US" sz="1600"/>
          </a:p>
          <a:p>
            <a:pPr marL="457200" indent="-457200">
              <a:buFont typeface="Arial" panose="020B0604020202020204" pitchFamily="34" charset="0"/>
              <a:buChar char="•"/>
            </a:pPr>
            <a:endParaRPr lang="en-US" sz="1600"/>
          </a:p>
          <a:p>
            <a:pPr marL="457200" indent="-457200">
              <a:buFont typeface="Arial" panose="020B0604020202020204" pitchFamily="34" charset="0"/>
              <a:buChar char="•"/>
            </a:pPr>
            <a:endParaRPr lang="en-US" sz="1600"/>
          </a:p>
          <a:p>
            <a:pPr marL="457200" indent="-457200">
              <a:buFont typeface="Arial" panose="020B0604020202020204" pitchFamily="34" charset="0"/>
              <a:buChar char="•"/>
            </a:pPr>
            <a:r>
              <a:rPr lang="en-US" sz="1600"/>
              <a:t>Here is an example @Service Bean that uses constructor injection to obtain a required RiskAssessor bean.</a:t>
            </a:r>
            <a:endParaRPr lang="en-US" sz="16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00" name="Shape 108"/>
        <p:cNvGrpSpPr/>
        <p:nvPr/>
      </p:nvGrpSpPr>
      <p:grpSpPr>
        <a:xfrm>
          <a:off x="0" y="0"/>
          <a:ext cx="0" cy="0"/>
          <a:chOff x="0" y="0"/>
          <a:chExt cx="0" cy="0"/>
        </a:xfrm>
      </p:grpSpPr>
      <p:pic>
        <p:nvPicPr>
          <p:cNvPr id="2097156" name="Google Shape;109;p3" descr="C:\Users\parul\Desktop\Digital Learning Content.png"/>
          <p:cNvPicPr preferRelativeResize="0"/>
          <p:nvPr/>
        </p:nvPicPr>
        <p:blipFill rotWithShape="1">
          <a:blip r:embed="rId1"/>
          <a:srcRect/>
          <a:stretch>
            <a:fillRect/>
          </a:stretch>
        </p:blipFill>
        <p:spPr>
          <a:xfrm>
            <a:off x="0" y="0"/>
            <a:ext cx="9144000" cy="6900863"/>
          </a:xfrm>
          <a:prstGeom prst="rect">
            <a:avLst/>
          </a:prstGeom>
          <a:noFill/>
          <a:ln>
            <a:noFill/>
          </a:ln>
        </p:spPr>
      </p:pic>
      <p:pic>
        <p:nvPicPr>
          <p:cNvPr id="2097157" name="Google Shape;110;p3" descr="C:\Users\parul\Desktop\Untitled-1.png"/>
          <p:cNvPicPr preferRelativeResize="0"/>
          <p:nvPr/>
        </p:nvPicPr>
        <p:blipFill rotWithShape="1">
          <a:blip r:embed="rId2"/>
          <a:srcRect/>
          <a:stretch>
            <a:fillRect/>
          </a:stretch>
        </p:blipFill>
        <p:spPr>
          <a:xfrm>
            <a:off x="1857375" y="3071813"/>
            <a:ext cx="5430838" cy="2803525"/>
          </a:xfrm>
          <a:prstGeom prst="rect">
            <a:avLst/>
          </a:prstGeom>
          <a:noFill/>
          <a:ln>
            <a:noFill/>
          </a:ln>
        </p:spPr>
      </p:pic>
      <p:sp>
        <p:nvSpPr>
          <p:cNvPr id="1048602" name="Google Shape;111;p3"/>
          <p:cNvSpPr txBox="1"/>
          <p:nvPr/>
        </p:nvSpPr>
        <p:spPr>
          <a:xfrm>
            <a:off x="190500" y="2286000"/>
            <a:ext cx="8558213" cy="890270"/>
          </a:xfrm>
          <a:prstGeom prst="rect">
            <a:avLst/>
          </a:prstGeom>
          <a:noFill/>
          <a:ln>
            <a:noFill/>
          </a:ln>
        </p:spPr>
        <p:txBody>
          <a:bodyPr spcFirstLastPara="1" wrap="square" lIns="91425" tIns="45700" rIns="91425" bIns="45700" anchor="t" anchorCtr="0">
            <a:spAutoFit/>
          </a:bodyPr>
          <a:p>
            <a:pPr marL="0" marR="0" lvl="0" indent="0" algn="l" rtl="0">
              <a:spcBef>
                <a:spcPts val="480"/>
              </a:spcBef>
              <a:spcAft>
                <a:spcPts val="0"/>
              </a:spcAft>
              <a:buClr>
                <a:schemeClr val="dk1"/>
              </a:buClr>
              <a:buSzPts val="2400"/>
              <a:buFont typeface="Arial" panose="020B0604020202020204"/>
              <a:buNone/>
            </a:pPr>
            <a:endParaRPr sz="24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endParaRPr sz="24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48603" name="Google Shape;112;p3"/>
          <p:cNvSpPr/>
          <p:nvPr/>
        </p:nvSpPr>
        <p:spPr>
          <a:xfrm>
            <a:off x="1270" y="1643063"/>
            <a:ext cx="9144000" cy="642937"/>
          </a:xfrm>
          <a:prstGeom prst="rect">
            <a:avLst/>
          </a:prstGeom>
          <a:solidFill>
            <a:srgbClr val="1F497D"/>
          </a:solidFill>
          <a:ln>
            <a:noFill/>
          </a:ln>
        </p:spPr>
        <p:txBody>
          <a:bodyPr spcFirstLastPara="1" wrap="square" lIns="91425" tIns="45700" rIns="91425" bIns="45700" anchor="ctr" anchorCtr="0">
            <a:noAutofit/>
          </a:bodyPr>
          <a:p>
            <a:pPr marL="0" marR="0" lvl="0" indent="0" algn="ctr" rtl="0">
              <a:spcBef>
                <a:spcPts val="0"/>
              </a:spcBef>
              <a:spcAft>
                <a:spcPts val="0"/>
              </a:spcAft>
              <a:buClr>
                <a:schemeClr val="dk1"/>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048604" name="Google Shape;113;p3"/>
          <p:cNvSpPr/>
          <p:nvPr/>
        </p:nvSpPr>
        <p:spPr>
          <a:xfrm>
            <a:off x="190500" y="1687513"/>
            <a:ext cx="8763000" cy="554037"/>
          </a:xfrm>
          <a:prstGeom prst="rect">
            <a:avLst/>
          </a:prstGeom>
          <a:noFill/>
          <a:ln>
            <a:noFill/>
          </a:ln>
        </p:spPr>
        <p:txBody>
          <a:bodyPr spcFirstLastPara="1" wrap="square" lIns="91425" tIns="45700" rIns="91425" bIns="45700" anchor="t" anchorCtr="0">
            <a:noAutofit/>
          </a:bodyPr>
          <a:p>
            <a:pPr marL="0" marR="0" lvl="0" indent="0" algn="l" rtl="0">
              <a:spcBef>
                <a:spcPts val="0"/>
              </a:spcBef>
              <a:spcAft>
                <a:spcPts val="0"/>
              </a:spcAft>
              <a:buClr>
                <a:schemeClr val="lt1"/>
              </a:buClr>
              <a:buSzPts val="3000"/>
              <a:buFont typeface="Arial" panose="020B0604020202020204"/>
              <a:buNone/>
            </a:pPr>
            <a:r>
              <a:rPr lang="en-IN" sz="3000" b="1" i="0" u="none" strike="noStrike" cap="none">
                <a:solidFill>
                  <a:schemeClr val="lt1"/>
                </a:solidFill>
                <a:latin typeface="Calibri" panose="020F0502020204030204"/>
                <a:ea typeface="Calibri" panose="020F0502020204030204"/>
                <a:cs typeface="Calibri" panose="020F0502020204030204"/>
                <a:sym typeface="Calibri" panose="020F0502020204030204"/>
              </a:rPr>
              <a:t>Spring Beans and dependency injection</a:t>
            </a:r>
            <a:endParaRPr lang="en-IN" sz="3000" b="1"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3" name="Picture 2" descr="1"/>
          <p:cNvPicPr>
            <a:picLocks noChangeAspect="1"/>
          </p:cNvPicPr>
          <p:nvPr/>
        </p:nvPicPr>
        <p:blipFill>
          <a:blip r:embed="rId3"/>
          <a:stretch>
            <a:fillRect/>
          </a:stretch>
        </p:blipFill>
        <p:spPr>
          <a:xfrm>
            <a:off x="1546860" y="2463165"/>
            <a:ext cx="6022340" cy="3715385"/>
          </a:xfrm>
          <a:prstGeom prst="rect">
            <a:avLst/>
          </a:prstGeom>
        </p:spPr>
      </p:pic>
      <p:sp>
        <p:nvSpPr>
          <p:cNvPr id="2" name="Text Box 1"/>
          <p:cNvSpPr txBox="1"/>
          <p:nvPr/>
        </p:nvSpPr>
        <p:spPr>
          <a:xfrm>
            <a:off x="367030" y="5875655"/>
            <a:ext cx="8382000" cy="521970"/>
          </a:xfrm>
          <a:prstGeom prst="rect">
            <a:avLst/>
          </a:prstGeom>
          <a:noFill/>
        </p:spPr>
        <p:txBody>
          <a:bodyPr wrap="square" rtlCol="0">
            <a:spAutoFit/>
          </a:bodyPr>
          <a:p>
            <a:r>
              <a:rPr lang="en-US"/>
              <a:t>Notice how using constructor injection allows the riskAssessor field to be marked as final , indicating that it cannot be</a:t>
            </a:r>
            <a:r>
              <a:rPr lang="en-IN" altLang="en-US"/>
              <a:t> </a:t>
            </a:r>
            <a:r>
              <a:rPr lang="en-US"/>
              <a:t>subsequently changed.</a:t>
            </a: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00" name="Shape 108"/>
        <p:cNvGrpSpPr/>
        <p:nvPr/>
      </p:nvGrpSpPr>
      <p:grpSpPr>
        <a:xfrm>
          <a:off x="0" y="0"/>
          <a:ext cx="0" cy="0"/>
          <a:chOff x="0" y="0"/>
          <a:chExt cx="0" cy="0"/>
        </a:xfrm>
      </p:grpSpPr>
      <p:pic>
        <p:nvPicPr>
          <p:cNvPr id="2097156" name="Google Shape;109;p3" descr="C:\Users\parul\Desktop\Digital Learning Content.png"/>
          <p:cNvPicPr preferRelativeResize="0"/>
          <p:nvPr/>
        </p:nvPicPr>
        <p:blipFill rotWithShape="1">
          <a:blip r:embed="rId1"/>
          <a:srcRect/>
          <a:stretch>
            <a:fillRect/>
          </a:stretch>
        </p:blipFill>
        <p:spPr>
          <a:xfrm>
            <a:off x="0" y="0"/>
            <a:ext cx="9144000" cy="6900863"/>
          </a:xfrm>
          <a:prstGeom prst="rect">
            <a:avLst/>
          </a:prstGeom>
          <a:noFill/>
          <a:ln>
            <a:noFill/>
          </a:ln>
        </p:spPr>
      </p:pic>
      <p:pic>
        <p:nvPicPr>
          <p:cNvPr id="2097157" name="Google Shape;110;p3" descr="C:\Users\parul\Desktop\Untitled-1.png"/>
          <p:cNvPicPr preferRelativeResize="0"/>
          <p:nvPr/>
        </p:nvPicPr>
        <p:blipFill rotWithShape="1">
          <a:blip r:embed="rId2"/>
          <a:srcRect/>
          <a:stretch>
            <a:fillRect/>
          </a:stretch>
        </p:blipFill>
        <p:spPr>
          <a:xfrm>
            <a:off x="1857375" y="3071813"/>
            <a:ext cx="5430838" cy="2803525"/>
          </a:xfrm>
          <a:prstGeom prst="rect">
            <a:avLst/>
          </a:prstGeom>
          <a:noFill/>
          <a:ln>
            <a:noFill/>
          </a:ln>
        </p:spPr>
      </p:pic>
      <p:sp>
        <p:nvSpPr>
          <p:cNvPr id="1048602" name="Google Shape;111;p3"/>
          <p:cNvSpPr txBox="1"/>
          <p:nvPr/>
        </p:nvSpPr>
        <p:spPr>
          <a:xfrm>
            <a:off x="190500" y="2455545"/>
            <a:ext cx="8558213" cy="2305685"/>
          </a:xfrm>
          <a:prstGeom prst="rect">
            <a:avLst/>
          </a:prstGeom>
          <a:noFill/>
          <a:ln>
            <a:noFill/>
          </a:ln>
        </p:spPr>
        <p:txBody>
          <a:bodyPr spcFirstLastPara="1" wrap="square" lIns="91425" tIns="45700" rIns="91425" bIns="45700" anchor="t" anchorCtr="0">
            <a:spAutoFit/>
          </a:bodyPr>
          <a:p>
            <a:pPr marL="285750" marR="0" lvl="0" indent="-285750" algn="l" rtl="0">
              <a:spcBef>
                <a:spcPts val="480"/>
              </a:spcBef>
              <a:spcAft>
                <a:spcPts val="0"/>
              </a:spcAft>
              <a:buClr>
                <a:schemeClr val="dk1"/>
              </a:buClr>
              <a:buSzPts val="2400"/>
              <a:buFont typeface="Arial" panose="020B0604020202020204" pitchFamily="34" charset="0"/>
              <a:buChar char="•"/>
            </a:pPr>
            <a:r>
              <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rPr>
              <a:t>Many Spring Boot developers always have their main class annotated with @Configuration , @EnableAutoConfiguration and</a:t>
            </a:r>
            <a:r>
              <a:rPr lang="en-IN" sz="1600" b="0" i="0" u="none" strike="noStrike" cap="none">
                <a:solidFill>
                  <a:schemeClr val="dk1"/>
                </a:solidFill>
                <a:latin typeface="Calibri" panose="020F0502020204030204"/>
                <a:ea typeface="Calibri" panose="020F0502020204030204"/>
                <a:cs typeface="Calibri" panose="020F0502020204030204"/>
                <a:sym typeface="Calibri" panose="020F0502020204030204"/>
              </a:rPr>
              <a:t> </a:t>
            </a:r>
            <a:r>
              <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rPr>
              <a:t>@ComponentScan . </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285750" marR="0" lvl="0" indent="-285750" algn="l" rtl="0">
              <a:spcBef>
                <a:spcPts val="480"/>
              </a:spcBef>
              <a:spcAft>
                <a:spcPts val="0"/>
              </a:spcAft>
              <a:buClr>
                <a:schemeClr val="dk1"/>
              </a:buClr>
              <a:buSzPts val="2400"/>
              <a:buFont typeface="Arial" panose="020B0604020202020204" pitchFamily="34" charset="0"/>
              <a:buChar char="•"/>
            </a:pP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285750" marR="0" lvl="0" indent="-285750" algn="l" rtl="0">
              <a:spcBef>
                <a:spcPts val="480"/>
              </a:spcBef>
              <a:spcAft>
                <a:spcPts val="0"/>
              </a:spcAft>
              <a:buClr>
                <a:schemeClr val="dk1"/>
              </a:buClr>
              <a:buSzPts val="2400"/>
              <a:buFont typeface="Arial" panose="020B0604020202020204" pitchFamily="34" charset="0"/>
              <a:buChar char="•"/>
            </a:pPr>
            <a:r>
              <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rPr>
              <a:t>Since these annotations are so frequently used together (especially if you follow the best practices above), Spring Boot</a:t>
            </a:r>
            <a:r>
              <a:rPr lang="en-IN" sz="1600" b="0" i="0" u="none" strike="noStrike" cap="none">
                <a:solidFill>
                  <a:schemeClr val="dk1"/>
                </a:solidFill>
                <a:latin typeface="Calibri" panose="020F0502020204030204"/>
                <a:ea typeface="Calibri" panose="020F0502020204030204"/>
                <a:cs typeface="Calibri" panose="020F0502020204030204"/>
                <a:sym typeface="Calibri" panose="020F0502020204030204"/>
              </a:rPr>
              <a:t> </a:t>
            </a:r>
            <a:r>
              <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rPr>
              <a:t>provides a convenient @SpringBootApplication alternative.</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285750" marR="0" lvl="0" indent="-285750" algn="l" rtl="0">
              <a:spcBef>
                <a:spcPts val="480"/>
              </a:spcBef>
              <a:spcAft>
                <a:spcPts val="0"/>
              </a:spcAft>
              <a:buClr>
                <a:schemeClr val="dk1"/>
              </a:buClr>
              <a:buSzPts val="2400"/>
              <a:buFont typeface="Arial" panose="020B0604020202020204" pitchFamily="34" charset="0"/>
              <a:buChar char="•"/>
            </a:pP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285750" marR="0" lvl="0" indent="-285750" algn="l" rtl="0">
              <a:spcBef>
                <a:spcPts val="480"/>
              </a:spcBef>
              <a:spcAft>
                <a:spcPts val="0"/>
              </a:spcAft>
              <a:buClr>
                <a:schemeClr val="dk1"/>
              </a:buClr>
              <a:buSzPts val="2400"/>
              <a:buFont typeface="Arial" panose="020B0604020202020204" pitchFamily="34" charset="0"/>
              <a:buChar char="•"/>
            </a:pPr>
            <a:r>
              <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rPr>
              <a:t>The @SpringBootApplication annotation is equivalent to using @Configuration , @EnableAutoConfiguration and @ComponentScan</a:t>
            </a:r>
            <a:r>
              <a:rPr lang="en-IN" sz="1600" b="0" i="0" u="none" strike="noStrike" cap="none">
                <a:solidFill>
                  <a:schemeClr val="dk1"/>
                </a:solidFill>
                <a:latin typeface="Calibri" panose="020F0502020204030204"/>
                <a:ea typeface="Calibri" panose="020F0502020204030204"/>
                <a:cs typeface="Calibri" panose="020F0502020204030204"/>
                <a:sym typeface="Calibri" panose="020F0502020204030204"/>
              </a:rPr>
              <a:t> </a:t>
            </a:r>
            <a:r>
              <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rPr>
              <a:t>with their default attributes:</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48603" name="Google Shape;112;p3"/>
          <p:cNvSpPr/>
          <p:nvPr/>
        </p:nvSpPr>
        <p:spPr>
          <a:xfrm>
            <a:off x="1270" y="1598613"/>
            <a:ext cx="9144000" cy="642937"/>
          </a:xfrm>
          <a:prstGeom prst="rect">
            <a:avLst/>
          </a:prstGeom>
          <a:solidFill>
            <a:srgbClr val="1F497D"/>
          </a:solidFill>
          <a:ln>
            <a:noFill/>
          </a:ln>
        </p:spPr>
        <p:txBody>
          <a:bodyPr spcFirstLastPara="1" wrap="square" lIns="91425" tIns="45700" rIns="91425" bIns="45700" anchor="ctr" anchorCtr="0">
            <a:noAutofit/>
          </a:bodyPr>
          <a:p>
            <a:pPr marL="0" marR="0" lvl="0" indent="0" algn="ctr" rtl="0">
              <a:spcBef>
                <a:spcPts val="0"/>
              </a:spcBef>
              <a:spcAft>
                <a:spcPts val="0"/>
              </a:spcAft>
              <a:buClr>
                <a:schemeClr val="dk1"/>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048604" name="Google Shape;113;p3"/>
          <p:cNvSpPr/>
          <p:nvPr/>
        </p:nvSpPr>
        <p:spPr>
          <a:xfrm>
            <a:off x="190500" y="1687513"/>
            <a:ext cx="8763000" cy="554037"/>
          </a:xfrm>
          <a:prstGeom prst="rect">
            <a:avLst/>
          </a:prstGeom>
          <a:noFill/>
          <a:ln>
            <a:noFill/>
          </a:ln>
        </p:spPr>
        <p:txBody>
          <a:bodyPr spcFirstLastPara="1" wrap="square" lIns="91425" tIns="45700" rIns="91425" bIns="45700" anchor="t" anchorCtr="0">
            <a:noAutofit/>
          </a:bodyPr>
          <a:p>
            <a:pPr marL="0" marR="0" lvl="0" indent="0" algn="l" rtl="0">
              <a:spcBef>
                <a:spcPts val="0"/>
              </a:spcBef>
              <a:spcAft>
                <a:spcPts val="0"/>
              </a:spcAft>
              <a:buClr>
                <a:schemeClr val="lt1"/>
              </a:buClr>
              <a:buSzPts val="3000"/>
              <a:buFont typeface="Arial" panose="020B0604020202020204"/>
              <a:buNone/>
            </a:pPr>
            <a:r>
              <a:rPr lang="en-IN" sz="3000" b="1" i="0" u="none" strike="noStrike" cap="none">
                <a:solidFill>
                  <a:schemeClr val="lt1"/>
                </a:solidFill>
                <a:latin typeface="Calibri" panose="020F0502020204030204"/>
                <a:ea typeface="Calibri" panose="020F0502020204030204"/>
                <a:cs typeface="Calibri" panose="020F0502020204030204"/>
                <a:sym typeface="Calibri" panose="020F0502020204030204"/>
              </a:rPr>
              <a:t>Using the @SpringBootApplication annotation</a:t>
            </a:r>
            <a:endParaRPr lang="en-IN" sz="3000" b="1"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00" name="Shape 108"/>
        <p:cNvGrpSpPr/>
        <p:nvPr/>
      </p:nvGrpSpPr>
      <p:grpSpPr>
        <a:xfrm>
          <a:off x="0" y="0"/>
          <a:ext cx="0" cy="0"/>
          <a:chOff x="0" y="0"/>
          <a:chExt cx="0" cy="0"/>
        </a:xfrm>
      </p:grpSpPr>
      <p:pic>
        <p:nvPicPr>
          <p:cNvPr id="2097156" name="Google Shape;109;p3" descr="C:\Users\parul\Desktop\Digital Learning Content.png"/>
          <p:cNvPicPr preferRelativeResize="0"/>
          <p:nvPr/>
        </p:nvPicPr>
        <p:blipFill rotWithShape="1">
          <a:blip r:embed="rId1"/>
          <a:srcRect/>
          <a:stretch>
            <a:fillRect/>
          </a:stretch>
        </p:blipFill>
        <p:spPr>
          <a:xfrm>
            <a:off x="0" y="0"/>
            <a:ext cx="9144000" cy="6900863"/>
          </a:xfrm>
          <a:prstGeom prst="rect">
            <a:avLst/>
          </a:prstGeom>
          <a:noFill/>
          <a:ln>
            <a:noFill/>
          </a:ln>
        </p:spPr>
      </p:pic>
      <p:pic>
        <p:nvPicPr>
          <p:cNvPr id="2097157" name="Google Shape;110;p3" descr="C:\Users\parul\Desktop\Untitled-1.png"/>
          <p:cNvPicPr preferRelativeResize="0"/>
          <p:nvPr/>
        </p:nvPicPr>
        <p:blipFill rotWithShape="1">
          <a:blip r:embed="rId2"/>
          <a:srcRect/>
          <a:stretch>
            <a:fillRect/>
          </a:stretch>
        </p:blipFill>
        <p:spPr>
          <a:xfrm>
            <a:off x="1857375" y="3071813"/>
            <a:ext cx="5430838" cy="2803525"/>
          </a:xfrm>
          <a:prstGeom prst="rect">
            <a:avLst/>
          </a:prstGeom>
          <a:noFill/>
          <a:ln>
            <a:noFill/>
          </a:ln>
        </p:spPr>
      </p:pic>
      <p:sp>
        <p:nvSpPr>
          <p:cNvPr id="1048602" name="Google Shape;111;p3"/>
          <p:cNvSpPr txBox="1"/>
          <p:nvPr/>
        </p:nvSpPr>
        <p:spPr>
          <a:xfrm>
            <a:off x="190500" y="2286000"/>
            <a:ext cx="8558213" cy="890270"/>
          </a:xfrm>
          <a:prstGeom prst="rect">
            <a:avLst/>
          </a:prstGeom>
          <a:noFill/>
          <a:ln>
            <a:noFill/>
          </a:ln>
        </p:spPr>
        <p:txBody>
          <a:bodyPr spcFirstLastPara="1" wrap="square" lIns="91425" tIns="45700" rIns="91425" bIns="45700" anchor="t" anchorCtr="0">
            <a:spAutoFit/>
          </a:bodyPr>
          <a:p>
            <a:pPr marL="0" marR="0" lvl="0" indent="0" algn="l" rtl="0">
              <a:spcBef>
                <a:spcPts val="480"/>
              </a:spcBef>
              <a:spcAft>
                <a:spcPts val="0"/>
              </a:spcAft>
              <a:buClr>
                <a:schemeClr val="dk1"/>
              </a:buClr>
              <a:buSzPts val="2400"/>
              <a:buFont typeface="Arial" panose="020B0604020202020204"/>
              <a:buNone/>
            </a:pPr>
            <a:endParaRPr sz="24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endParaRPr sz="24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48603" name="Google Shape;112;p3"/>
          <p:cNvSpPr/>
          <p:nvPr/>
        </p:nvSpPr>
        <p:spPr>
          <a:xfrm>
            <a:off x="1270" y="1643063"/>
            <a:ext cx="9144000" cy="642937"/>
          </a:xfrm>
          <a:prstGeom prst="rect">
            <a:avLst/>
          </a:prstGeom>
          <a:solidFill>
            <a:srgbClr val="1F497D"/>
          </a:solidFill>
          <a:ln>
            <a:noFill/>
          </a:ln>
        </p:spPr>
        <p:txBody>
          <a:bodyPr spcFirstLastPara="1" wrap="square" lIns="91425" tIns="45700" rIns="91425" bIns="45700" anchor="ctr" anchorCtr="0">
            <a:noAutofit/>
          </a:bodyPr>
          <a:p>
            <a:pPr marL="0" marR="0" lvl="0" indent="0" algn="ctr" rtl="0">
              <a:spcBef>
                <a:spcPts val="0"/>
              </a:spcBef>
              <a:spcAft>
                <a:spcPts val="0"/>
              </a:spcAft>
              <a:buClr>
                <a:schemeClr val="dk1"/>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048604" name="Google Shape;113;p3"/>
          <p:cNvSpPr/>
          <p:nvPr/>
        </p:nvSpPr>
        <p:spPr>
          <a:xfrm>
            <a:off x="190500" y="1687513"/>
            <a:ext cx="8763000" cy="554037"/>
          </a:xfrm>
          <a:prstGeom prst="rect">
            <a:avLst/>
          </a:prstGeom>
          <a:noFill/>
          <a:ln>
            <a:noFill/>
          </a:ln>
        </p:spPr>
        <p:txBody>
          <a:bodyPr spcFirstLastPara="1" wrap="square" lIns="91425" tIns="45700" rIns="91425" bIns="45700" anchor="t" anchorCtr="0">
            <a:noAutofit/>
          </a:bodyPr>
          <a:p>
            <a:pPr marL="0" marR="0" lvl="0" indent="0" algn="l" rtl="0">
              <a:spcBef>
                <a:spcPts val="0"/>
              </a:spcBef>
              <a:spcAft>
                <a:spcPts val="0"/>
              </a:spcAft>
              <a:buClr>
                <a:schemeClr val="lt1"/>
              </a:buClr>
              <a:buSzPts val="3000"/>
              <a:buFont typeface="Arial" panose="020B0604020202020204"/>
              <a:buNone/>
            </a:pPr>
            <a:r>
              <a:rPr lang="en-IN" sz="3000" b="1" i="0" u="none" strike="noStrike" cap="none">
                <a:solidFill>
                  <a:schemeClr val="lt1"/>
                </a:solidFill>
                <a:latin typeface="Calibri" panose="020F0502020204030204"/>
                <a:ea typeface="Calibri" panose="020F0502020204030204"/>
                <a:cs typeface="Calibri" panose="020F0502020204030204"/>
                <a:sym typeface="Calibri" panose="020F0502020204030204"/>
              </a:rPr>
              <a:t>Using the @SpringBootApplication annotation</a:t>
            </a:r>
            <a:endParaRPr lang="en-IN" sz="3000" b="1"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3" name="Picture 2" descr="2"/>
          <p:cNvPicPr>
            <a:picLocks noChangeAspect="1"/>
          </p:cNvPicPr>
          <p:nvPr/>
        </p:nvPicPr>
        <p:blipFill>
          <a:blip r:embed="rId3"/>
          <a:stretch>
            <a:fillRect/>
          </a:stretch>
        </p:blipFill>
        <p:spPr>
          <a:xfrm>
            <a:off x="753745" y="2323465"/>
            <a:ext cx="7921625" cy="2806700"/>
          </a:xfrm>
          <a:prstGeom prst="rect">
            <a:avLst/>
          </a:prstGeom>
        </p:spPr>
      </p:pic>
      <p:sp>
        <p:nvSpPr>
          <p:cNvPr id="2" name="Text Box 1"/>
          <p:cNvSpPr txBox="1"/>
          <p:nvPr/>
        </p:nvSpPr>
        <p:spPr>
          <a:xfrm>
            <a:off x="914400" y="5212715"/>
            <a:ext cx="7298690" cy="737235"/>
          </a:xfrm>
          <a:prstGeom prst="rect">
            <a:avLst/>
          </a:prstGeom>
          <a:noFill/>
        </p:spPr>
        <p:txBody>
          <a:bodyPr wrap="square" rtlCol="0">
            <a:spAutoFit/>
          </a:bodyPr>
          <a:p>
            <a:r>
              <a:rPr lang="en-US"/>
              <a:t>@SpringBootApplication also provides aliases to customize the attributes of @EnableAutoConfiguration and</a:t>
            </a:r>
            <a:endParaRPr lang="en-US"/>
          </a:p>
          <a:p>
            <a:r>
              <a:rPr lang="en-US"/>
              <a:t>@ComponentScan .</a:t>
            </a: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00" name="Shape 108"/>
        <p:cNvGrpSpPr/>
        <p:nvPr/>
      </p:nvGrpSpPr>
      <p:grpSpPr>
        <a:xfrm>
          <a:off x="0" y="0"/>
          <a:ext cx="0" cy="0"/>
          <a:chOff x="0" y="0"/>
          <a:chExt cx="0" cy="0"/>
        </a:xfrm>
      </p:grpSpPr>
      <p:pic>
        <p:nvPicPr>
          <p:cNvPr id="2097156" name="Google Shape;109;p3" descr="C:\Users\parul\Desktop\Digital Learning Content.png"/>
          <p:cNvPicPr preferRelativeResize="0"/>
          <p:nvPr/>
        </p:nvPicPr>
        <p:blipFill rotWithShape="1">
          <a:blip r:embed="rId1"/>
          <a:srcRect/>
          <a:stretch>
            <a:fillRect/>
          </a:stretch>
        </p:blipFill>
        <p:spPr>
          <a:xfrm>
            <a:off x="0" y="0"/>
            <a:ext cx="9144000" cy="6900863"/>
          </a:xfrm>
          <a:prstGeom prst="rect">
            <a:avLst/>
          </a:prstGeom>
          <a:noFill/>
          <a:ln>
            <a:noFill/>
          </a:ln>
        </p:spPr>
      </p:pic>
      <p:pic>
        <p:nvPicPr>
          <p:cNvPr id="2097157" name="Google Shape;110;p3" descr="C:\Users\parul\Desktop\Untitled-1.png"/>
          <p:cNvPicPr preferRelativeResize="0"/>
          <p:nvPr/>
        </p:nvPicPr>
        <p:blipFill rotWithShape="1">
          <a:blip r:embed="rId2"/>
          <a:srcRect/>
          <a:stretch>
            <a:fillRect/>
          </a:stretch>
        </p:blipFill>
        <p:spPr>
          <a:xfrm>
            <a:off x="1857375" y="3071813"/>
            <a:ext cx="5430838" cy="2803525"/>
          </a:xfrm>
          <a:prstGeom prst="rect">
            <a:avLst/>
          </a:prstGeom>
          <a:noFill/>
          <a:ln>
            <a:noFill/>
          </a:ln>
        </p:spPr>
      </p:pic>
      <p:sp>
        <p:nvSpPr>
          <p:cNvPr id="1048602" name="Google Shape;111;p3"/>
          <p:cNvSpPr txBox="1"/>
          <p:nvPr/>
        </p:nvSpPr>
        <p:spPr>
          <a:xfrm>
            <a:off x="190500" y="2286000"/>
            <a:ext cx="8558213" cy="890270"/>
          </a:xfrm>
          <a:prstGeom prst="rect">
            <a:avLst/>
          </a:prstGeom>
          <a:noFill/>
          <a:ln>
            <a:noFill/>
          </a:ln>
        </p:spPr>
        <p:txBody>
          <a:bodyPr spcFirstLastPara="1" wrap="square" lIns="91425" tIns="45700" rIns="91425" bIns="45700" anchor="t" anchorCtr="0">
            <a:spAutoFit/>
          </a:bodyPr>
          <a:p>
            <a:pPr marL="0" marR="0" lvl="0" indent="0" algn="l" rtl="0">
              <a:spcBef>
                <a:spcPts val="480"/>
              </a:spcBef>
              <a:spcAft>
                <a:spcPts val="0"/>
              </a:spcAft>
              <a:buClr>
                <a:schemeClr val="dk1"/>
              </a:buClr>
              <a:buSzPts val="2400"/>
              <a:buFont typeface="Arial" panose="020B0604020202020204"/>
              <a:buNone/>
            </a:pPr>
            <a:endParaRPr sz="24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endParaRPr sz="24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48603" name="Google Shape;112;p3"/>
          <p:cNvSpPr/>
          <p:nvPr/>
        </p:nvSpPr>
        <p:spPr>
          <a:xfrm>
            <a:off x="1270" y="1643063"/>
            <a:ext cx="9144000" cy="642937"/>
          </a:xfrm>
          <a:prstGeom prst="rect">
            <a:avLst/>
          </a:prstGeom>
          <a:solidFill>
            <a:srgbClr val="1F497D"/>
          </a:solidFill>
          <a:ln>
            <a:noFill/>
          </a:ln>
        </p:spPr>
        <p:txBody>
          <a:bodyPr spcFirstLastPara="1" wrap="square" lIns="91425" tIns="45700" rIns="91425" bIns="45700" anchor="ctr" anchorCtr="0">
            <a:noAutofit/>
          </a:bodyPr>
          <a:p>
            <a:pPr marL="0" marR="0" lvl="0" indent="0" algn="ctr" rtl="0">
              <a:spcBef>
                <a:spcPts val="0"/>
              </a:spcBef>
              <a:spcAft>
                <a:spcPts val="0"/>
              </a:spcAft>
              <a:buClr>
                <a:schemeClr val="dk1"/>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048604" name="Google Shape;113;p3"/>
          <p:cNvSpPr/>
          <p:nvPr/>
        </p:nvSpPr>
        <p:spPr>
          <a:xfrm>
            <a:off x="190500" y="1687513"/>
            <a:ext cx="8763000" cy="554037"/>
          </a:xfrm>
          <a:prstGeom prst="rect">
            <a:avLst/>
          </a:prstGeom>
          <a:noFill/>
          <a:ln>
            <a:noFill/>
          </a:ln>
        </p:spPr>
        <p:txBody>
          <a:bodyPr spcFirstLastPara="1" wrap="square" lIns="91425" tIns="45700" rIns="91425" bIns="45700" anchor="t" anchorCtr="0">
            <a:noAutofit/>
          </a:bodyPr>
          <a:p>
            <a:pPr marL="0" marR="0" lvl="0" indent="0" algn="l" rtl="0">
              <a:spcBef>
                <a:spcPts val="0"/>
              </a:spcBef>
              <a:spcAft>
                <a:spcPts val="0"/>
              </a:spcAft>
              <a:buClr>
                <a:schemeClr val="lt1"/>
              </a:buClr>
              <a:buSzPts val="3000"/>
              <a:buFont typeface="Arial" panose="020B0604020202020204"/>
              <a:buNone/>
            </a:pPr>
            <a:r>
              <a:rPr lang="en-IN" sz="3000" b="1" i="0" u="none" strike="noStrike" cap="none">
                <a:solidFill>
                  <a:schemeClr val="lt1"/>
                </a:solidFill>
                <a:latin typeface="Calibri" panose="020F0502020204030204"/>
                <a:ea typeface="Calibri" panose="020F0502020204030204"/>
                <a:cs typeface="Calibri" panose="020F0502020204030204"/>
                <a:sym typeface="Calibri" panose="020F0502020204030204"/>
              </a:rPr>
              <a:t>Autowiring </a:t>
            </a:r>
            <a:endParaRPr lang="en-IN" sz="3000" b="1"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2" name="Text Box 1"/>
          <p:cNvSpPr txBox="1"/>
          <p:nvPr/>
        </p:nvSpPr>
        <p:spPr>
          <a:xfrm>
            <a:off x="375285" y="2520315"/>
            <a:ext cx="7875270" cy="2553335"/>
          </a:xfrm>
          <a:prstGeom prst="rect">
            <a:avLst/>
          </a:prstGeom>
          <a:noFill/>
        </p:spPr>
        <p:txBody>
          <a:bodyPr wrap="square" rtlCol="0">
            <a:spAutoFit/>
          </a:bodyPr>
          <a:p>
            <a:r>
              <a:rPr lang="en-IN" altLang="en-US" sz="1600"/>
              <a:t>1)</a:t>
            </a:r>
            <a:r>
              <a:rPr lang="en-US" sz="1600"/>
              <a:t>Autowiring Made Easy</a:t>
            </a:r>
            <a:endParaRPr lang="en-US" sz="1600"/>
          </a:p>
          <a:p>
            <a:r>
              <a:rPr lang="en-US" sz="1600"/>
              <a:t>Demonstrate the magic of @Autowired and how it resolves dependencies automatically.</a:t>
            </a:r>
            <a:endParaRPr lang="en-US" sz="1600"/>
          </a:p>
          <a:p>
            <a:r>
              <a:rPr lang="en-IN" altLang="en-US" sz="1600"/>
              <a:t>2)</a:t>
            </a:r>
            <a:r>
              <a:rPr lang="en-US" sz="1600"/>
              <a:t>Discuss different autowiring modes (byType, byName, constructor).</a:t>
            </a:r>
            <a:endParaRPr lang="en-US" sz="1600"/>
          </a:p>
          <a:p>
            <a:r>
              <a:rPr lang="en-IN" altLang="en-US" sz="1600"/>
              <a:t>3)</a:t>
            </a:r>
            <a:r>
              <a:rPr lang="en-US" sz="1600"/>
              <a:t>Explain best practices for using autowiring effectively.</a:t>
            </a:r>
            <a:endParaRPr lang="en-US" sz="1600"/>
          </a:p>
          <a:p>
            <a:r>
              <a:rPr lang="en-IN" altLang="en-US" sz="1600"/>
              <a:t>4)</a:t>
            </a:r>
            <a:r>
              <a:rPr lang="en-US" sz="1600"/>
              <a:t>Bean Configuration Options</a:t>
            </a:r>
            <a:endParaRPr lang="en-US" sz="1600"/>
          </a:p>
          <a:p>
            <a:r>
              <a:rPr lang="en-US" sz="1600"/>
              <a:t>Introduce @Component, @Service, @Repository annotations for bean creation.</a:t>
            </a:r>
            <a:endParaRPr lang="en-US" sz="1600"/>
          </a:p>
          <a:p>
            <a:r>
              <a:rPr lang="en-IN" altLang="en-US" sz="1600"/>
              <a:t>5)</a:t>
            </a:r>
            <a:r>
              <a:rPr lang="en-US" sz="1600"/>
              <a:t>Show how to use @Configuration and @Bean for finer control.</a:t>
            </a:r>
            <a:endParaRPr lang="en-US" sz="1600"/>
          </a:p>
          <a:p>
            <a:r>
              <a:rPr lang="en-IN" altLang="en-US" sz="1600"/>
              <a:t>6)</a:t>
            </a:r>
            <a:r>
              <a:rPr lang="en-US" sz="1600"/>
              <a:t>Example: Create a "DataRepository" bean and explore different configuration options.</a:t>
            </a:r>
            <a:endParaRPr lang="en-US" sz="16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00" name="Shape 108"/>
        <p:cNvGrpSpPr/>
        <p:nvPr/>
      </p:nvGrpSpPr>
      <p:grpSpPr>
        <a:xfrm>
          <a:off x="0" y="0"/>
          <a:ext cx="0" cy="0"/>
          <a:chOff x="0" y="0"/>
          <a:chExt cx="0" cy="0"/>
        </a:xfrm>
      </p:grpSpPr>
      <p:pic>
        <p:nvPicPr>
          <p:cNvPr id="2097156" name="Google Shape;109;p3" descr="C:\Users\parul\Desktop\Digital Learning Content.png"/>
          <p:cNvPicPr preferRelativeResize="0"/>
          <p:nvPr/>
        </p:nvPicPr>
        <p:blipFill rotWithShape="1">
          <a:blip r:embed="rId1"/>
          <a:srcRect/>
          <a:stretch>
            <a:fillRect/>
          </a:stretch>
        </p:blipFill>
        <p:spPr>
          <a:xfrm>
            <a:off x="0" y="0"/>
            <a:ext cx="9144000" cy="6900863"/>
          </a:xfrm>
          <a:prstGeom prst="rect">
            <a:avLst/>
          </a:prstGeom>
          <a:noFill/>
          <a:ln>
            <a:noFill/>
          </a:ln>
        </p:spPr>
      </p:pic>
      <p:pic>
        <p:nvPicPr>
          <p:cNvPr id="2097157" name="Google Shape;110;p3" descr="C:\Users\parul\Desktop\Untitled-1.png"/>
          <p:cNvPicPr preferRelativeResize="0"/>
          <p:nvPr/>
        </p:nvPicPr>
        <p:blipFill rotWithShape="1">
          <a:blip r:embed="rId2"/>
          <a:srcRect/>
          <a:stretch>
            <a:fillRect/>
          </a:stretch>
        </p:blipFill>
        <p:spPr>
          <a:xfrm>
            <a:off x="1857375" y="3071813"/>
            <a:ext cx="5430838" cy="2803525"/>
          </a:xfrm>
          <a:prstGeom prst="rect">
            <a:avLst/>
          </a:prstGeom>
          <a:noFill/>
          <a:ln>
            <a:noFill/>
          </a:ln>
        </p:spPr>
      </p:pic>
      <p:sp>
        <p:nvSpPr>
          <p:cNvPr id="1048602" name="Google Shape;111;p3"/>
          <p:cNvSpPr txBox="1"/>
          <p:nvPr/>
        </p:nvSpPr>
        <p:spPr>
          <a:xfrm>
            <a:off x="190500" y="2286000"/>
            <a:ext cx="8558213" cy="890270"/>
          </a:xfrm>
          <a:prstGeom prst="rect">
            <a:avLst/>
          </a:prstGeom>
          <a:noFill/>
          <a:ln>
            <a:noFill/>
          </a:ln>
        </p:spPr>
        <p:txBody>
          <a:bodyPr spcFirstLastPara="1" wrap="square" lIns="91425" tIns="45700" rIns="91425" bIns="45700" anchor="t" anchorCtr="0">
            <a:spAutoFit/>
          </a:bodyPr>
          <a:p>
            <a:pPr marL="0" marR="0" lvl="0" indent="0" algn="l" rtl="0">
              <a:spcBef>
                <a:spcPts val="480"/>
              </a:spcBef>
              <a:spcAft>
                <a:spcPts val="0"/>
              </a:spcAft>
              <a:buClr>
                <a:schemeClr val="dk1"/>
              </a:buClr>
              <a:buSzPts val="2400"/>
              <a:buFont typeface="Arial" panose="020B0604020202020204"/>
              <a:buNone/>
            </a:pPr>
            <a:endParaRPr sz="24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endParaRPr sz="24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48603" name="Google Shape;112;p3"/>
          <p:cNvSpPr/>
          <p:nvPr/>
        </p:nvSpPr>
        <p:spPr>
          <a:xfrm>
            <a:off x="1270" y="1643063"/>
            <a:ext cx="9144000" cy="642937"/>
          </a:xfrm>
          <a:prstGeom prst="rect">
            <a:avLst/>
          </a:prstGeom>
          <a:solidFill>
            <a:srgbClr val="1F497D"/>
          </a:solidFill>
          <a:ln>
            <a:noFill/>
          </a:ln>
        </p:spPr>
        <p:txBody>
          <a:bodyPr spcFirstLastPara="1" wrap="square" lIns="91425" tIns="45700" rIns="91425" bIns="45700" anchor="ctr" anchorCtr="0">
            <a:noAutofit/>
          </a:bodyPr>
          <a:p>
            <a:pPr marL="0" marR="0" lvl="0" indent="0" algn="ctr" rtl="0">
              <a:spcBef>
                <a:spcPts val="0"/>
              </a:spcBef>
              <a:spcAft>
                <a:spcPts val="0"/>
              </a:spcAft>
              <a:buClr>
                <a:schemeClr val="dk1"/>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048604" name="Google Shape;113;p3"/>
          <p:cNvSpPr/>
          <p:nvPr/>
        </p:nvSpPr>
        <p:spPr>
          <a:xfrm>
            <a:off x="190500" y="1687513"/>
            <a:ext cx="8763000" cy="554037"/>
          </a:xfrm>
          <a:prstGeom prst="rect">
            <a:avLst/>
          </a:prstGeom>
          <a:noFill/>
          <a:ln>
            <a:noFill/>
          </a:ln>
        </p:spPr>
        <p:txBody>
          <a:bodyPr spcFirstLastPara="1" wrap="square" lIns="91425" tIns="45700" rIns="91425" bIns="45700" anchor="t" anchorCtr="0">
            <a:noAutofit/>
          </a:bodyPr>
          <a:p>
            <a:pPr marL="0" marR="0" lvl="0" indent="0" algn="l" rtl="0">
              <a:spcBef>
                <a:spcPts val="0"/>
              </a:spcBef>
              <a:spcAft>
                <a:spcPts val="0"/>
              </a:spcAft>
              <a:buClr>
                <a:schemeClr val="lt1"/>
              </a:buClr>
              <a:buSzPts val="3000"/>
              <a:buFont typeface="Arial" panose="020B0604020202020204"/>
              <a:buNone/>
            </a:pPr>
            <a:r>
              <a:rPr lang="en-IN" sz="3000" b="1" i="0" u="none" strike="noStrike" cap="none">
                <a:solidFill>
                  <a:schemeClr val="lt1"/>
                </a:solidFill>
                <a:latin typeface="Calibri" panose="020F0502020204030204"/>
                <a:ea typeface="Calibri" panose="020F0502020204030204"/>
                <a:cs typeface="Calibri" panose="020F0502020204030204"/>
                <a:sym typeface="Calibri" panose="020F0502020204030204"/>
              </a:rPr>
              <a:t>Autowiring </a:t>
            </a:r>
            <a:endParaRPr lang="en-IN" sz="3000" b="1"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2" name="Text Box 1"/>
          <p:cNvSpPr txBox="1"/>
          <p:nvPr/>
        </p:nvSpPr>
        <p:spPr>
          <a:xfrm>
            <a:off x="190500" y="2334895"/>
            <a:ext cx="8874125" cy="4030980"/>
          </a:xfrm>
          <a:prstGeom prst="rect">
            <a:avLst/>
          </a:prstGeom>
          <a:noFill/>
        </p:spPr>
        <p:txBody>
          <a:bodyPr wrap="square" rtlCol="0">
            <a:spAutoFit/>
          </a:bodyPr>
          <a:p>
            <a:r>
              <a:rPr sz="1600" b="1"/>
              <a:t>Scenario:</a:t>
            </a:r>
            <a:r>
              <a:rPr sz="1600"/>
              <a:t> </a:t>
            </a:r>
            <a:endParaRPr sz="1600"/>
          </a:p>
          <a:p>
            <a:r>
              <a:rPr sz="1600"/>
              <a:t>Imagine you're building an online store with Spring Boot. You have a ProductService that needs to interact with a ProductRepository to access product data from a database.</a:t>
            </a:r>
            <a:endParaRPr sz="1600"/>
          </a:p>
          <a:p>
            <a:r>
              <a:rPr sz="1600" b="1"/>
              <a:t>Java</a:t>
            </a:r>
            <a:r>
              <a:rPr lang="en-IN" sz="1600" b="1"/>
              <a:t> program :</a:t>
            </a:r>
            <a:r>
              <a:rPr lang="en-IN" sz="1600"/>
              <a:t> </a:t>
            </a:r>
            <a:endParaRPr sz="1600"/>
          </a:p>
          <a:p>
            <a:r>
              <a:rPr sz="1600"/>
              <a:t>@Service</a:t>
            </a:r>
            <a:endParaRPr sz="1600"/>
          </a:p>
          <a:p>
            <a:r>
              <a:rPr sz="1600"/>
              <a:t>public class ProductService {</a:t>
            </a:r>
            <a:endParaRPr sz="1600"/>
          </a:p>
          <a:p>
            <a:r>
              <a:rPr sz="1600"/>
              <a:t>    private ProductRepository productRepository;</a:t>
            </a:r>
            <a:endParaRPr sz="1600"/>
          </a:p>
          <a:p>
            <a:endParaRPr sz="1600"/>
          </a:p>
          <a:p>
            <a:r>
              <a:rPr sz="1600"/>
              <a:t>    public ProductService() {</a:t>
            </a:r>
            <a:endParaRPr sz="1600"/>
          </a:p>
          <a:p>
            <a:r>
              <a:rPr sz="1600"/>
              <a:t>        this.productRepository = new ProductRepository(); // Manually creating the dependency</a:t>
            </a:r>
            <a:endParaRPr sz="1600"/>
          </a:p>
          <a:p>
            <a:r>
              <a:rPr sz="1600"/>
              <a:t>    }</a:t>
            </a:r>
            <a:endParaRPr sz="1600"/>
          </a:p>
          <a:p>
            <a:endParaRPr sz="1600"/>
          </a:p>
          <a:p>
            <a:r>
              <a:rPr sz="1600"/>
              <a:t>    // ... other methods</a:t>
            </a:r>
            <a:endParaRPr sz="1600"/>
          </a:p>
          <a:p>
            <a:r>
              <a:rPr sz="1600"/>
              <a:t>}</a:t>
            </a:r>
            <a:endParaRPr sz="1600"/>
          </a:p>
          <a:p>
            <a:r>
              <a:rPr sz="1600"/>
              <a:t>In this case, the ProductService is tightly coupled to the ProductRepository because it directly creates an instance of it. This makes testing and swapping implementations harder.</a:t>
            </a:r>
            <a:endParaRPr sz="16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00" name="Shape 108"/>
        <p:cNvGrpSpPr/>
        <p:nvPr/>
      </p:nvGrpSpPr>
      <p:grpSpPr>
        <a:xfrm>
          <a:off x="0" y="0"/>
          <a:ext cx="0" cy="0"/>
          <a:chOff x="0" y="0"/>
          <a:chExt cx="0" cy="0"/>
        </a:xfrm>
      </p:grpSpPr>
      <p:pic>
        <p:nvPicPr>
          <p:cNvPr id="2097156" name="Google Shape;109;p3" descr="C:\Users\parul\Desktop\Digital Learning Content.png"/>
          <p:cNvPicPr preferRelativeResize="0"/>
          <p:nvPr/>
        </p:nvPicPr>
        <p:blipFill rotWithShape="1">
          <a:blip r:embed="rId1"/>
          <a:srcRect/>
          <a:stretch>
            <a:fillRect/>
          </a:stretch>
        </p:blipFill>
        <p:spPr>
          <a:xfrm>
            <a:off x="0" y="0"/>
            <a:ext cx="9144000" cy="6900863"/>
          </a:xfrm>
          <a:prstGeom prst="rect">
            <a:avLst/>
          </a:prstGeom>
          <a:noFill/>
          <a:ln>
            <a:noFill/>
          </a:ln>
        </p:spPr>
      </p:pic>
      <p:pic>
        <p:nvPicPr>
          <p:cNvPr id="2097157" name="Google Shape;110;p3" descr="C:\Users\parul\Desktop\Untitled-1.png"/>
          <p:cNvPicPr preferRelativeResize="0"/>
          <p:nvPr/>
        </p:nvPicPr>
        <p:blipFill rotWithShape="1">
          <a:blip r:embed="rId2"/>
          <a:srcRect/>
          <a:stretch>
            <a:fillRect/>
          </a:stretch>
        </p:blipFill>
        <p:spPr>
          <a:xfrm>
            <a:off x="1857375" y="3071813"/>
            <a:ext cx="5430838" cy="2803525"/>
          </a:xfrm>
          <a:prstGeom prst="rect">
            <a:avLst/>
          </a:prstGeom>
          <a:noFill/>
          <a:ln>
            <a:noFill/>
          </a:ln>
        </p:spPr>
      </p:pic>
      <p:sp>
        <p:nvSpPr>
          <p:cNvPr id="1048602" name="Google Shape;111;p3"/>
          <p:cNvSpPr txBox="1"/>
          <p:nvPr/>
        </p:nvSpPr>
        <p:spPr>
          <a:xfrm>
            <a:off x="190500" y="2286000"/>
            <a:ext cx="8558213" cy="890270"/>
          </a:xfrm>
          <a:prstGeom prst="rect">
            <a:avLst/>
          </a:prstGeom>
          <a:noFill/>
          <a:ln>
            <a:noFill/>
          </a:ln>
        </p:spPr>
        <p:txBody>
          <a:bodyPr spcFirstLastPara="1" wrap="square" lIns="91425" tIns="45700" rIns="91425" bIns="45700" anchor="t" anchorCtr="0">
            <a:spAutoFit/>
          </a:bodyPr>
          <a:p>
            <a:pPr marL="0" marR="0" lvl="0" indent="0" algn="l" rtl="0">
              <a:spcBef>
                <a:spcPts val="480"/>
              </a:spcBef>
              <a:spcAft>
                <a:spcPts val="0"/>
              </a:spcAft>
              <a:buClr>
                <a:schemeClr val="dk1"/>
              </a:buClr>
              <a:buSzPts val="2400"/>
              <a:buFont typeface="Arial" panose="020B0604020202020204"/>
              <a:buNone/>
            </a:pPr>
            <a:endParaRPr sz="24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endParaRPr sz="24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48603" name="Google Shape;112;p3"/>
          <p:cNvSpPr/>
          <p:nvPr/>
        </p:nvSpPr>
        <p:spPr>
          <a:xfrm>
            <a:off x="1270" y="1643063"/>
            <a:ext cx="9144000" cy="642937"/>
          </a:xfrm>
          <a:prstGeom prst="rect">
            <a:avLst/>
          </a:prstGeom>
          <a:solidFill>
            <a:srgbClr val="1F497D"/>
          </a:solidFill>
          <a:ln>
            <a:noFill/>
          </a:ln>
        </p:spPr>
        <p:txBody>
          <a:bodyPr spcFirstLastPara="1" wrap="square" lIns="91425" tIns="45700" rIns="91425" bIns="45700" anchor="ctr" anchorCtr="0">
            <a:noAutofit/>
          </a:bodyPr>
          <a:p>
            <a:pPr marL="0" marR="0" lvl="0" indent="0" algn="ctr" rtl="0">
              <a:spcBef>
                <a:spcPts val="0"/>
              </a:spcBef>
              <a:spcAft>
                <a:spcPts val="0"/>
              </a:spcAft>
              <a:buClr>
                <a:schemeClr val="dk1"/>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048604" name="Google Shape;113;p3"/>
          <p:cNvSpPr/>
          <p:nvPr/>
        </p:nvSpPr>
        <p:spPr>
          <a:xfrm>
            <a:off x="190500" y="1687513"/>
            <a:ext cx="8763000" cy="554037"/>
          </a:xfrm>
          <a:prstGeom prst="rect">
            <a:avLst/>
          </a:prstGeom>
          <a:noFill/>
          <a:ln>
            <a:noFill/>
          </a:ln>
        </p:spPr>
        <p:txBody>
          <a:bodyPr spcFirstLastPara="1" wrap="square" lIns="91425" tIns="45700" rIns="91425" bIns="45700" anchor="t" anchorCtr="0">
            <a:noAutofit/>
          </a:bodyPr>
          <a:p>
            <a:pPr marL="0" marR="0" lvl="0" indent="0" algn="l" rtl="0">
              <a:spcBef>
                <a:spcPts val="0"/>
              </a:spcBef>
              <a:spcAft>
                <a:spcPts val="0"/>
              </a:spcAft>
              <a:buClr>
                <a:schemeClr val="lt1"/>
              </a:buClr>
              <a:buSzPts val="3000"/>
              <a:buFont typeface="Arial" panose="020B0604020202020204"/>
              <a:buNone/>
            </a:pPr>
            <a:r>
              <a:rPr lang="en-IN" sz="3000" b="1" i="0" u="none" strike="noStrike" cap="none">
                <a:solidFill>
                  <a:schemeClr val="lt1"/>
                </a:solidFill>
                <a:latin typeface="Calibri" panose="020F0502020204030204"/>
                <a:ea typeface="Calibri" panose="020F0502020204030204"/>
                <a:cs typeface="Calibri" panose="020F0502020204030204"/>
                <a:sym typeface="Calibri" panose="020F0502020204030204"/>
              </a:rPr>
              <a:t>Autowiring </a:t>
            </a:r>
            <a:endParaRPr lang="en-IN" sz="3000" b="1"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2" name="Text Box 1"/>
          <p:cNvSpPr txBox="1"/>
          <p:nvPr/>
        </p:nvSpPr>
        <p:spPr>
          <a:xfrm>
            <a:off x="190500" y="2334895"/>
            <a:ext cx="8874125" cy="4276725"/>
          </a:xfrm>
          <a:prstGeom prst="rect">
            <a:avLst/>
          </a:prstGeom>
          <a:noFill/>
        </p:spPr>
        <p:txBody>
          <a:bodyPr wrap="square" rtlCol="0">
            <a:spAutoFit/>
          </a:bodyPr>
          <a:p>
            <a:r>
              <a:rPr sz="1600" b="1"/>
              <a:t>Code with Autowiring:</a:t>
            </a:r>
            <a:endParaRPr sz="1600" b="1"/>
          </a:p>
          <a:p>
            <a:r>
              <a:rPr sz="1600"/>
              <a:t>Java</a:t>
            </a:r>
            <a:endParaRPr sz="1600"/>
          </a:p>
          <a:p>
            <a:r>
              <a:rPr sz="1600"/>
              <a:t>@Service</a:t>
            </a:r>
            <a:endParaRPr sz="1600"/>
          </a:p>
          <a:p>
            <a:r>
              <a:rPr sz="1600"/>
              <a:t>public class ProductService {</a:t>
            </a:r>
            <a:endParaRPr sz="1600"/>
          </a:p>
          <a:p>
            <a:r>
              <a:rPr sz="1600"/>
              <a:t>    @Autowired  // This is where the magic happens!</a:t>
            </a:r>
            <a:endParaRPr sz="1600"/>
          </a:p>
          <a:p>
            <a:r>
              <a:rPr sz="1600"/>
              <a:t>    private ProductRepository productRepository;</a:t>
            </a:r>
            <a:endParaRPr sz="1600"/>
          </a:p>
          <a:p>
            <a:r>
              <a:rPr sz="1600"/>
              <a:t>    // No need for a constructor to create the dependency</a:t>
            </a:r>
            <a:endParaRPr sz="1600"/>
          </a:p>
          <a:p>
            <a:r>
              <a:rPr sz="1600"/>
              <a:t>    // ... other methods</a:t>
            </a:r>
            <a:endParaRPr sz="1600"/>
          </a:p>
          <a:p>
            <a:r>
              <a:rPr sz="1600"/>
              <a:t>}</a:t>
            </a:r>
            <a:endParaRPr sz="1600"/>
          </a:p>
          <a:p>
            <a:endParaRPr sz="1600"/>
          </a:p>
          <a:p>
            <a:r>
              <a:rPr sz="1600"/>
              <a:t>Explanation:</a:t>
            </a:r>
            <a:endParaRPr sz="1600"/>
          </a:p>
          <a:p>
            <a:pPr marL="285750" indent="-285750">
              <a:buFont typeface="Arial" panose="020B0604020202020204" pitchFamily="34" charset="0"/>
              <a:buChar char="•"/>
            </a:pPr>
            <a:r>
              <a:rPr sz="1600" b="1"/>
              <a:t>@Autowired Annotation:</a:t>
            </a:r>
            <a:r>
              <a:rPr sz="1600"/>
              <a:t> This tells Spring to automatically find a suitable bean of type ProductRepository and inject it into the productRepository field.</a:t>
            </a:r>
            <a:endParaRPr sz="1600"/>
          </a:p>
          <a:p>
            <a:pPr marL="285750" indent="-285750">
              <a:buFont typeface="Arial" panose="020B0604020202020204" pitchFamily="34" charset="0"/>
              <a:buChar char="•"/>
            </a:pPr>
            <a:r>
              <a:rPr sz="1600" b="1"/>
              <a:t>Spring's Search:</a:t>
            </a:r>
            <a:r>
              <a:rPr sz="1600"/>
              <a:t> Spring scans all beans in the application context. If it finds a bean that matches the type of productRepository (either by class or interface), it will inject it.</a:t>
            </a:r>
            <a:endParaRPr sz="1600"/>
          </a:p>
          <a:p>
            <a:pPr marL="285750" indent="-285750">
              <a:buFont typeface="Arial" panose="020B0604020202020204" pitchFamily="34" charset="0"/>
              <a:buChar char="•"/>
            </a:pPr>
            <a:r>
              <a:rPr sz="1600" b="1"/>
              <a:t>Implicit Wiring:</a:t>
            </a:r>
            <a:r>
              <a:rPr sz="1600"/>
              <a:t> Notice how you no longer need to manually create the ProductRepository in the constructor. Spring does it for you!</a:t>
            </a:r>
            <a:endParaRPr sz="16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00" name="Shape 108"/>
        <p:cNvGrpSpPr/>
        <p:nvPr/>
      </p:nvGrpSpPr>
      <p:grpSpPr>
        <a:xfrm>
          <a:off x="0" y="0"/>
          <a:ext cx="0" cy="0"/>
          <a:chOff x="0" y="0"/>
          <a:chExt cx="0" cy="0"/>
        </a:xfrm>
      </p:grpSpPr>
      <p:pic>
        <p:nvPicPr>
          <p:cNvPr id="2097156" name="Google Shape;109;p3" descr="C:\Users\parul\Desktop\Digital Learning Content.png"/>
          <p:cNvPicPr preferRelativeResize="0"/>
          <p:nvPr/>
        </p:nvPicPr>
        <p:blipFill rotWithShape="1">
          <a:blip r:embed="rId1"/>
          <a:srcRect/>
          <a:stretch>
            <a:fillRect/>
          </a:stretch>
        </p:blipFill>
        <p:spPr>
          <a:xfrm>
            <a:off x="0" y="0"/>
            <a:ext cx="9144000" cy="6900863"/>
          </a:xfrm>
          <a:prstGeom prst="rect">
            <a:avLst/>
          </a:prstGeom>
          <a:noFill/>
          <a:ln>
            <a:noFill/>
          </a:ln>
        </p:spPr>
      </p:pic>
      <p:pic>
        <p:nvPicPr>
          <p:cNvPr id="2097157" name="Google Shape;110;p3" descr="C:\Users\parul\Desktop\Untitled-1.png"/>
          <p:cNvPicPr preferRelativeResize="0"/>
          <p:nvPr/>
        </p:nvPicPr>
        <p:blipFill rotWithShape="1">
          <a:blip r:embed="rId2"/>
          <a:srcRect/>
          <a:stretch>
            <a:fillRect/>
          </a:stretch>
        </p:blipFill>
        <p:spPr>
          <a:xfrm>
            <a:off x="1857375" y="3071813"/>
            <a:ext cx="5430838" cy="2803525"/>
          </a:xfrm>
          <a:prstGeom prst="rect">
            <a:avLst/>
          </a:prstGeom>
          <a:noFill/>
          <a:ln>
            <a:noFill/>
          </a:ln>
        </p:spPr>
      </p:pic>
      <p:sp>
        <p:nvSpPr>
          <p:cNvPr id="1048602" name="Google Shape;111;p3"/>
          <p:cNvSpPr txBox="1"/>
          <p:nvPr/>
        </p:nvSpPr>
        <p:spPr>
          <a:xfrm>
            <a:off x="190500" y="2286000"/>
            <a:ext cx="8558213" cy="890270"/>
          </a:xfrm>
          <a:prstGeom prst="rect">
            <a:avLst/>
          </a:prstGeom>
          <a:noFill/>
          <a:ln>
            <a:noFill/>
          </a:ln>
        </p:spPr>
        <p:txBody>
          <a:bodyPr spcFirstLastPara="1" wrap="square" lIns="91425" tIns="45700" rIns="91425" bIns="45700" anchor="t" anchorCtr="0">
            <a:spAutoFit/>
          </a:bodyPr>
          <a:p>
            <a:pPr marL="0" marR="0" lvl="0" indent="0" algn="l" rtl="0">
              <a:spcBef>
                <a:spcPts val="480"/>
              </a:spcBef>
              <a:spcAft>
                <a:spcPts val="0"/>
              </a:spcAft>
              <a:buClr>
                <a:schemeClr val="dk1"/>
              </a:buClr>
              <a:buSzPts val="2400"/>
              <a:buFont typeface="Arial" panose="020B0604020202020204"/>
              <a:buNone/>
            </a:pPr>
            <a:endParaRPr sz="24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endParaRPr sz="24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48603" name="Google Shape;112;p3"/>
          <p:cNvSpPr/>
          <p:nvPr/>
        </p:nvSpPr>
        <p:spPr>
          <a:xfrm>
            <a:off x="1270" y="1643063"/>
            <a:ext cx="9144000" cy="642937"/>
          </a:xfrm>
          <a:prstGeom prst="rect">
            <a:avLst/>
          </a:prstGeom>
          <a:solidFill>
            <a:srgbClr val="1F497D"/>
          </a:solidFill>
          <a:ln>
            <a:noFill/>
          </a:ln>
        </p:spPr>
        <p:txBody>
          <a:bodyPr spcFirstLastPara="1" wrap="square" lIns="91425" tIns="45700" rIns="91425" bIns="45700" anchor="ctr" anchorCtr="0">
            <a:noAutofit/>
          </a:bodyPr>
          <a:p>
            <a:pPr marL="0" marR="0" lvl="0" indent="0" algn="ctr" rtl="0">
              <a:spcBef>
                <a:spcPts val="0"/>
              </a:spcBef>
              <a:spcAft>
                <a:spcPts val="0"/>
              </a:spcAft>
              <a:buClr>
                <a:schemeClr val="dk1"/>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048604" name="Google Shape;113;p3"/>
          <p:cNvSpPr/>
          <p:nvPr/>
        </p:nvSpPr>
        <p:spPr>
          <a:xfrm>
            <a:off x="190500" y="1687513"/>
            <a:ext cx="8763000" cy="554037"/>
          </a:xfrm>
          <a:prstGeom prst="rect">
            <a:avLst/>
          </a:prstGeom>
          <a:noFill/>
          <a:ln>
            <a:noFill/>
          </a:ln>
        </p:spPr>
        <p:txBody>
          <a:bodyPr spcFirstLastPara="1" wrap="square" lIns="91425" tIns="45700" rIns="91425" bIns="45700" anchor="t" anchorCtr="0">
            <a:noAutofit/>
          </a:bodyPr>
          <a:p>
            <a:pPr marL="0" marR="0" lvl="0" indent="0" algn="l" rtl="0">
              <a:spcBef>
                <a:spcPts val="0"/>
              </a:spcBef>
              <a:spcAft>
                <a:spcPts val="0"/>
              </a:spcAft>
              <a:buClr>
                <a:schemeClr val="lt1"/>
              </a:buClr>
              <a:buSzPts val="3000"/>
              <a:buFont typeface="Arial" panose="020B0604020202020204"/>
              <a:buNone/>
            </a:pPr>
            <a:r>
              <a:rPr lang="en-IN" sz="3000" b="1" i="0" u="none" strike="noStrike" cap="none">
                <a:solidFill>
                  <a:schemeClr val="lt1"/>
                </a:solidFill>
                <a:latin typeface="Calibri" panose="020F0502020204030204"/>
                <a:ea typeface="Calibri" panose="020F0502020204030204"/>
                <a:cs typeface="Calibri" panose="020F0502020204030204"/>
                <a:sym typeface="Calibri" panose="020F0502020204030204"/>
              </a:rPr>
              <a:t>Autowiring </a:t>
            </a:r>
            <a:endParaRPr lang="en-IN" sz="3000" b="1"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2" name="Text Box 1"/>
          <p:cNvSpPr txBox="1"/>
          <p:nvPr/>
        </p:nvSpPr>
        <p:spPr>
          <a:xfrm>
            <a:off x="190500" y="2334895"/>
            <a:ext cx="8874125" cy="3538220"/>
          </a:xfrm>
          <a:prstGeom prst="rect">
            <a:avLst/>
          </a:prstGeom>
          <a:noFill/>
        </p:spPr>
        <p:txBody>
          <a:bodyPr wrap="square" rtlCol="0">
            <a:spAutoFit/>
          </a:bodyPr>
          <a:p>
            <a:r>
              <a:rPr sz="1600"/>
              <a:t>How it Works Under the Hood:</a:t>
            </a:r>
            <a:endParaRPr sz="1600"/>
          </a:p>
          <a:p>
            <a:endParaRPr sz="1600"/>
          </a:p>
          <a:p>
            <a:r>
              <a:rPr sz="1600"/>
              <a:t>Bean Discovery: Spring scans your project for classes annotated with @Component, @Service, @Repository, etc. These are considered as potential candidates for autowiring.</a:t>
            </a:r>
            <a:endParaRPr sz="1600"/>
          </a:p>
          <a:p>
            <a:r>
              <a:rPr sz="1600"/>
              <a:t>Type Matching: When it encounters @Autowired, Spring looks for a bean whose type matches the field or parameter being injected.</a:t>
            </a:r>
            <a:endParaRPr sz="1600"/>
          </a:p>
          <a:p>
            <a:r>
              <a:rPr sz="1600"/>
              <a:t>Injection: Spring creates an instance of the matched bean (if not already created) and injects it into the dependent object.</a:t>
            </a:r>
            <a:endParaRPr sz="1600"/>
          </a:p>
          <a:p>
            <a:r>
              <a:rPr sz="1600"/>
              <a:t>Advantages:</a:t>
            </a:r>
            <a:endParaRPr sz="1600"/>
          </a:p>
          <a:p>
            <a:endParaRPr sz="1600"/>
          </a:p>
          <a:p>
            <a:r>
              <a:rPr sz="1600"/>
              <a:t>Reduced Boilerplate: Less manual wiring of dependencies.</a:t>
            </a:r>
            <a:endParaRPr sz="1600"/>
          </a:p>
          <a:p>
            <a:r>
              <a:rPr sz="1600"/>
              <a:t>Improved Testability: Easier to mock dependencies during testing.</a:t>
            </a:r>
            <a:endParaRPr sz="1600"/>
          </a:p>
          <a:p>
            <a:r>
              <a:rPr sz="1600"/>
              <a:t>Loose Coupling: Easier to swap implementations or introduce new beans without modifying existing code.</a:t>
            </a:r>
            <a:endParaRPr sz="16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00" name="Shape 108"/>
        <p:cNvGrpSpPr/>
        <p:nvPr/>
      </p:nvGrpSpPr>
      <p:grpSpPr>
        <a:xfrm>
          <a:off x="0" y="0"/>
          <a:ext cx="0" cy="0"/>
          <a:chOff x="0" y="0"/>
          <a:chExt cx="0" cy="0"/>
        </a:xfrm>
      </p:grpSpPr>
      <p:pic>
        <p:nvPicPr>
          <p:cNvPr id="2097156" name="Google Shape;109;p3" descr="C:\Users\parul\Desktop\Digital Learning Content.png"/>
          <p:cNvPicPr preferRelativeResize="0"/>
          <p:nvPr/>
        </p:nvPicPr>
        <p:blipFill rotWithShape="1">
          <a:blip r:embed="rId1"/>
          <a:srcRect/>
          <a:stretch>
            <a:fillRect/>
          </a:stretch>
        </p:blipFill>
        <p:spPr>
          <a:xfrm>
            <a:off x="0" y="0"/>
            <a:ext cx="9144000" cy="6900863"/>
          </a:xfrm>
          <a:prstGeom prst="rect">
            <a:avLst/>
          </a:prstGeom>
          <a:noFill/>
          <a:ln>
            <a:noFill/>
          </a:ln>
        </p:spPr>
      </p:pic>
      <p:pic>
        <p:nvPicPr>
          <p:cNvPr id="2097157" name="Google Shape;110;p3" descr="C:\Users\parul\Desktop\Untitled-1.png"/>
          <p:cNvPicPr preferRelativeResize="0"/>
          <p:nvPr/>
        </p:nvPicPr>
        <p:blipFill rotWithShape="1">
          <a:blip r:embed="rId2"/>
          <a:srcRect/>
          <a:stretch>
            <a:fillRect/>
          </a:stretch>
        </p:blipFill>
        <p:spPr>
          <a:xfrm>
            <a:off x="1857375" y="3071813"/>
            <a:ext cx="5430838" cy="2803525"/>
          </a:xfrm>
          <a:prstGeom prst="rect">
            <a:avLst/>
          </a:prstGeom>
          <a:noFill/>
          <a:ln>
            <a:noFill/>
          </a:ln>
        </p:spPr>
      </p:pic>
      <p:sp>
        <p:nvSpPr>
          <p:cNvPr id="1048602" name="Google Shape;111;p3"/>
          <p:cNvSpPr txBox="1"/>
          <p:nvPr/>
        </p:nvSpPr>
        <p:spPr>
          <a:xfrm>
            <a:off x="190500" y="2463800"/>
            <a:ext cx="8558213" cy="3721735"/>
          </a:xfrm>
          <a:prstGeom prst="rect">
            <a:avLst/>
          </a:prstGeom>
          <a:noFill/>
          <a:ln>
            <a:noFill/>
          </a:ln>
        </p:spPr>
        <p:txBody>
          <a:bodyPr spcFirstLastPara="1" wrap="square" lIns="91425" tIns="45700" rIns="91425" bIns="45700" anchor="t" anchorCtr="0">
            <a:spAutoFit/>
          </a:bodyPr>
          <a:p>
            <a:pPr marL="0" marR="0" lvl="0" indent="0" algn="l" rtl="0">
              <a:spcBef>
                <a:spcPts val="480"/>
              </a:spcBef>
              <a:spcAft>
                <a:spcPts val="0"/>
              </a:spcAft>
              <a:buClr>
                <a:schemeClr val="dk1"/>
              </a:buClr>
              <a:buSzPts val="2400"/>
              <a:buFont typeface="Arial" panose="020B0604020202020204"/>
              <a:buNone/>
            </a:pPr>
            <a:r>
              <a:rPr sz="1600" b="1" i="0" u="none" strike="noStrike" cap="none">
                <a:solidFill>
                  <a:schemeClr val="dk1"/>
                </a:solidFill>
                <a:latin typeface="Calibri" panose="020F0502020204030204"/>
                <a:ea typeface="Calibri" panose="020F0502020204030204"/>
                <a:cs typeface="Calibri" panose="020F0502020204030204"/>
                <a:sym typeface="Calibri" panose="020F0502020204030204"/>
              </a:rPr>
              <a:t>The Core Architecture:</a:t>
            </a:r>
            <a:endParaRPr sz="1600" b="1"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b="1" i="0" u="none" strike="noStrike" cap="none">
                <a:solidFill>
                  <a:schemeClr val="dk1"/>
                </a:solidFill>
                <a:latin typeface="Calibri" panose="020F0502020204030204"/>
                <a:ea typeface="Calibri" panose="020F0502020204030204"/>
                <a:cs typeface="Calibri" panose="020F0502020204030204"/>
                <a:sym typeface="Calibri" panose="020F0502020204030204"/>
              </a:rPr>
              <a:t>Model:</a:t>
            </a:r>
            <a:r>
              <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rPr>
              <a:t> Represents application data (usually Java objects).</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b="1" i="0" u="none" strike="noStrike" cap="none">
                <a:solidFill>
                  <a:schemeClr val="dk1"/>
                </a:solidFill>
                <a:latin typeface="Calibri" panose="020F0502020204030204"/>
                <a:ea typeface="Calibri" panose="020F0502020204030204"/>
                <a:cs typeface="Calibri" panose="020F0502020204030204"/>
                <a:sym typeface="Calibri" panose="020F0502020204030204"/>
              </a:rPr>
              <a:t>View:</a:t>
            </a:r>
            <a:r>
              <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rPr>
              <a:t> Renders the model data in a user-friendly format (HTML, JSON, etc.).</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b="1" i="0" u="none" strike="noStrike" cap="none">
                <a:solidFill>
                  <a:schemeClr val="dk1"/>
                </a:solidFill>
                <a:latin typeface="Calibri" panose="020F0502020204030204"/>
                <a:ea typeface="Calibri" panose="020F0502020204030204"/>
                <a:cs typeface="Calibri" panose="020F0502020204030204"/>
                <a:sym typeface="Calibri" panose="020F0502020204030204"/>
              </a:rPr>
              <a:t>Controller:</a:t>
            </a:r>
            <a:r>
              <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rPr>
              <a:t> Handles incoming requests, processes data, and interacts with the model and view.</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rPr>
              <a:t>Key Annotations:</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rPr>
              <a:t>@Controller: Marks a class as a Spring MVC controller.</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rPr>
              <a:t>@RestController: Used for creating RESTful APIs (returning JSON/XML directly).</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rPr>
              <a:t>@RequestMapping: Maps HTTP requests to controller methods.</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rPr>
              <a:t>@GetMapping, @PostMapping, etc.: Shorthand for @RequestMapping for specific HTTP methods.</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rPr>
              <a:t>Data Binding:</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rPr>
              <a:t>Spring automatically maps request parameters, form data, and JSON/XML to Java objects.</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rPr>
              <a:t>Validation: Ensures data integrity using @Valid and constraint annotations.</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48603" name="Google Shape;112;p3"/>
          <p:cNvSpPr/>
          <p:nvPr/>
        </p:nvSpPr>
        <p:spPr>
          <a:xfrm>
            <a:off x="0" y="1643063"/>
            <a:ext cx="9144000" cy="642937"/>
          </a:xfrm>
          <a:prstGeom prst="rect">
            <a:avLst/>
          </a:prstGeom>
          <a:solidFill>
            <a:srgbClr val="1F497D"/>
          </a:solidFill>
          <a:ln>
            <a:noFill/>
          </a:ln>
        </p:spPr>
        <p:txBody>
          <a:bodyPr spcFirstLastPara="1" wrap="square" lIns="91425" tIns="45700" rIns="91425" bIns="45700" anchor="ctr" anchorCtr="0">
            <a:noAutofit/>
          </a:bodyPr>
          <a:p>
            <a:pPr marL="0" marR="0" lvl="0" indent="0" algn="ctr" rtl="0">
              <a:spcBef>
                <a:spcPts val="0"/>
              </a:spcBef>
              <a:spcAft>
                <a:spcPts val="0"/>
              </a:spcAft>
              <a:buClr>
                <a:schemeClr val="dk1"/>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048604" name="Google Shape;113;p3"/>
          <p:cNvSpPr/>
          <p:nvPr/>
        </p:nvSpPr>
        <p:spPr>
          <a:xfrm>
            <a:off x="190500" y="1687513"/>
            <a:ext cx="8763000" cy="554037"/>
          </a:xfrm>
          <a:prstGeom prst="rect">
            <a:avLst/>
          </a:prstGeom>
          <a:noFill/>
          <a:ln>
            <a:noFill/>
          </a:ln>
        </p:spPr>
        <p:txBody>
          <a:bodyPr spcFirstLastPara="1" wrap="square" lIns="91425" tIns="45700" rIns="91425" bIns="45700" anchor="t" anchorCtr="0">
            <a:noAutofit/>
          </a:bodyPr>
          <a:p>
            <a:pPr marL="0" marR="0" lvl="0" indent="0" algn="l" rtl="0">
              <a:spcBef>
                <a:spcPts val="0"/>
              </a:spcBef>
              <a:spcAft>
                <a:spcPts val="0"/>
              </a:spcAft>
              <a:buClr>
                <a:schemeClr val="lt1"/>
              </a:buClr>
              <a:buSzPts val="3000"/>
              <a:buFont typeface="Arial" panose="020B0604020202020204"/>
              <a:buNone/>
            </a:pPr>
            <a:r>
              <a:rPr lang="en-US" sz="3000" b="1">
                <a:solidFill>
                  <a:schemeClr val="bg1"/>
                </a:solidFill>
                <a:sym typeface="+mn-ea"/>
              </a:rPr>
              <a:t>Web App using spring boot</a:t>
            </a:r>
            <a:r>
              <a:rPr lang="en-IN" altLang="en-US" sz="3000">
                <a:solidFill>
                  <a:schemeClr val="bg1"/>
                </a:solidFill>
                <a:sym typeface="+mn-ea"/>
              </a:rPr>
              <a:t> </a:t>
            </a:r>
            <a:endParaRPr lang="en-US" sz="3000" b="1" i="0" u="none" strike="noStrike" cap="none">
              <a:solidFill>
                <a:schemeClr val="bg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00" name="Shape 108"/>
        <p:cNvGrpSpPr/>
        <p:nvPr/>
      </p:nvGrpSpPr>
      <p:grpSpPr>
        <a:xfrm>
          <a:off x="0" y="0"/>
          <a:ext cx="0" cy="0"/>
          <a:chOff x="0" y="0"/>
          <a:chExt cx="0" cy="0"/>
        </a:xfrm>
      </p:grpSpPr>
      <p:pic>
        <p:nvPicPr>
          <p:cNvPr id="2097156" name="Google Shape;109;p3" descr="C:\Users\parul\Desktop\Digital Learning Content.png"/>
          <p:cNvPicPr preferRelativeResize="0"/>
          <p:nvPr/>
        </p:nvPicPr>
        <p:blipFill rotWithShape="1">
          <a:blip r:embed="rId1"/>
          <a:srcRect/>
          <a:stretch>
            <a:fillRect/>
          </a:stretch>
        </p:blipFill>
        <p:spPr>
          <a:xfrm>
            <a:off x="0" y="0"/>
            <a:ext cx="9144000" cy="6900863"/>
          </a:xfrm>
          <a:prstGeom prst="rect">
            <a:avLst/>
          </a:prstGeom>
          <a:noFill/>
          <a:ln>
            <a:noFill/>
          </a:ln>
        </p:spPr>
      </p:pic>
      <p:pic>
        <p:nvPicPr>
          <p:cNvPr id="2097157" name="Google Shape;110;p3" descr="C:\Users\parul\Desktop\Untitled-1.png"/>
          <p:cNvPicPr preferRelativeResize="0"/>
          <p:nvPr/>
        </p:nvPicPr>
        <p:blipFill rotWithShape="1">
          <a:blip r:embed="rId2"/>
          <a:srcRect/>
          <a:stretch>
            <a:fillRect/>
          </a:stretch>
        </p:blipFill>
        <p:spPr>
          <a:xfrm>
            <a:off x="1857375" y="3071813"/>
            <a:ext cx="5430838" cy="2803525"/>
          </a:xfrm>
          <a:prstGeom prst="rect">
            <a:avLst/>
          </a:prstGeom>
          <a:noFill/>
          <a:ln>
            <a:noFill/>
          </a:ln>
        </p:spPr>
      </p:pic>
      <p:sp>
        <p:nvSpPr>
          <p:cNvPr id="1048602" name="Google Shape;111;p3"/>
          <p:cNvSpPr txBox="1"/>
          <p:nvPr/>
        </p:nvSpPr>
        <p:spPr>
          <a:xfrm>
            <a:off x="190500" y="2531745"/>
            <a:ext cx="8558213" cy="3629660"/>
          </a:xfrm>
          <a:prstGeom prst="rect">
            <a:avLst/>
          </a:prstGeom>
          <a:noFill/>
          <a:ln>
            <a:noFill/>
          </a:ln>
        </p:spPr>
        <p:txBody>
          <a:bodyPr spcFirstLastPara="1" wrap="square" lIns="91425" tIns="45700" rIns="91425" bIns="45700" anchor="t" anchorCtr="0">
            <a:spAutoFit/>
          </a:bodyPr>
          <a:p>
            <a:pPr marL="0" marR="0" lvl="0" indent="0" algn="l" rtl="0">
              <a:spcBef>
                <a:spcPts val="480"/>
              </a:spcBef>
              <a:spcAft>
                <a:spcPts val="0"/>
              </a:spcAft>
              <a:buClr>
                <a:schemeClr val="dk1"/>
              </a:buClr>
              <a:buSzPts val="2400"/>
              <a:buFont typeface="Arial" panose="020B0604020202020204"/>
              <a:buNone/>
            </a:pPr>
            <a:r>
              <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rPr>
              <a:t> Spring Boot simplifies the creation of robust, production-ready web applications.</a:t>
            </a: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endParaRPr sz="1800" b="1"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800" b="1" i="0" u="none" strike="noStrike" cap="none">
                <a:solidFill>
                  <a:schemeClr val="dk1"/>
                </a:solidFill>
                <a:latin typeface="Calibri" panose="020F0502020204030204"/>
                <a:ea typeface="Calibri" panose="020F0502020204030204"/>
                <a:cs typeface="Calibri" panose="020F0502020204030204"/>
                <a:sym typeface="Calibri" panose="020F0502020204030204"/>
              </a:rPr>
              <a:t>Why Spring Boot?</a:t>
            </a:r>
            <a:endParaRPr sz="1800" b="1"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285750" marR="0" lvl="0" indent="-285750" algn="l" rtl="0">
              <a:spcBef>
                <a:spcPts val="480"/>
              </a:spcBef>
              <a:spcAft>
                <a:spcPts val="0"/>
              </a:spcAft>
              <a:buClr>
                <a:schemeClr val="dk1"/>
              </a:buClr>
              <a:buSzPts val="2400"/>
              <a:buFont typeface="Arial" panose="020B0604020202020204" pitchFamily="34" charset="0"/>
              <a:buChar char="•"/>
            </a:pPr>
            <a:r>
              <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rPr>
              <a:t>Embeds Tomcat, Jetty, or Undertow servers, eliminating the need for external deployments.</a:t>
            </a: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285750" marR="0" lvl="0" indent="-285750" algn="l" rtl="0">
              <a:spcBef>
                <a:spcPts val="480"/>
              </a:spcBef>
              <a:spcAft>
                <a:spcPts val="0"/>
              </a:spcAft>
              <a:buClr>
                <a:schemeClr val="dk1"/>
              </a:buClr>
              <a:buSzPts val="2400"/>
              <a:buFont typeface="Arial" panose="020B0604020202020204" pitchFamily="34" charset="0"/>
              <a:buChar char="•"/>
            </a:pPr>
            <a:r>
              <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rPr>
              <a:t>Auto-configures Spring MVC and common web components.</a:t>
            </a: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285750" marR="0" lvl="0" indent="-285750" algn="l" rtl="0">
              <a:spcBef>
                <a:spcPts val="480"/>
              </a:spcBef>
              <a:spcAft>
                <a:spcPts val="0"/>
              </a:spcAft>
              <a:buClr>
                <a:schemeClr val="dk1"/>
              </a:buClr>
              <a:buSzPts val="2400"/>
              <a:buFont typeface="Arial" panose="020B0604020202020204" pitchFamily="34" charset="0"/>
              <a:buChar char="•"/>
            </a:pPr>
            <a:r>
              <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rPr>
              <a:t>Provides starters for various view technologies and REST APIs.</a:t>
            </a: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rPr>
              <a:t>What We'll Build: </a:t>
            </a: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rPr>
              <a:t>A basic CRUD (Create, Read, Update, Delete) application to emonstrate Spring Boot web development.</a:t>
            </a: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48603" name="Google Shape;112;p3"/>
          <p:cNvSpPr/>
          <p:nvPr/>
        </p:nvSpPr>
        <p:spPr>
          <a:xfrm>
            <a:off x="1270" y="1643063"/>
            <a:ext cx="9144000" cy="642937"/>
          </a:xfrm>
          <a:prstGeom prst="rect">
            <a:avLst/>
          </a:prstGeom>
          <a:solidFill>
            <a:srgbClr val="1F497D"/>
          </a:solidFill>
          <a:ln>
            <a:noFill/>
          </a:ln>
        </p:spPr>
        <p:txBody>
          <a:bodyPr spcFirstLastPara="1" wrap="square" lIns="91425" tIns="45700" rIns="91425" bIns="45700" anchor="ctr" anchorCtr="0">
            <a:noAutofit/>
          </a:bodyPr>
          <a:p>
            <a:pPr marL="0" marR="0" lvl="0" indent="0" algn="ctr" rtl="0">
              <a:spcBef>
                <a:spcPts val="0"/>
              </a:spcBef>
              <a:spcAft>
                <a:spcPts val="0"/>
              </a:spcAft>
              <a:buClr>
                <a:schemeClr val="dk1"/>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048604" name="Google Shape;113;p3"/>
          <p:cNvSpPr/>
          <p:nvPr/>
        </p:nvSpPr>
        <p:spPr>
          <a:xfrm>
            <a:off x="190500" y="1687513"/>
            <a:ext cx="8763000" cy="554037"/>
          </a:xfrm>
          <a:prstGeom prst="rect">
            <a:avLst/>
          </a:prstGeom>
          <a:noFill/>
          <a:ln>
            <a:noFill/>
          </a:ln>
        </p:spPr>
        <p:txBody>
          <a:bodyPr spcFirstLastPara="1" wrap="square" lIns="91425" tIns="45700" rIns="91425" bIns="45700" anchor="t" anchorCtr="0">
            <a:noAutofit/>
          </a:bodyPr>
          <a:p>
            <a:pPr marL="0" marR="0" lvl="0" indent="0" algn="l" rtl="0">
              <a:spcBef>
                <a:spcPts val="0"/>
              </a:spcBef>
              <a:spcAft>
                <a:spcPts val="0"/>
              </a:spcAft>
              <a:buClr>
                <a:schemeClr val="lt1"/>
              </a:buClr>
              <a:buSzPts val="3000"/>
              <a:buFont typeface="Arial" panose="020B0604020202020204"/>
              <a:buNone/>
            </a:pPr>
            <a:r>
              <a:rPr sz="3000" b="1">
                <a:solidFill>
                  <a:schemeClr val="bg1"/>
                </a:solidFill>
                <a:latin typeface="Calibri" panose="020F0502020204030204"/>
                <a:ea typeface="Calibri" panose="020F0502020204030204"/>
                <a:cs typeface="Calibri" panose="020F0502020204030204"/>
                <a:sym typeface="Calibri" panose="020F0502020204030204"/>
              </a:rPr>
              <a:t>Spring Boot for the Web:</a:t>
            </a:r>
            <a:r>
              <a:rPr lang="en-IN" sz="3000" b="1" i="0" u="none" strike="noStrike" cap="none">
                <a:solidFill>
                  <a:schemeClr val="bg1"/>
                </a:solidFill>
                <a:latin typeface="Calibri" panose="020F0502020204030204"/>
                <a:ea typeface="Calibri" panose="020F0502020204030204"/>
                <a:cs typeface="Calibri" panose="020F0502020204030204"/>
                <a:sym typeface="Calibri" panose="020F0502020204030204"/>
              </a:rPr>
              <a:t> </a:t>
            </a:r>
            <a:endParaRPr lang="en-IN" sz="3000" b="1" i="0" u="none" strike="noStrike" cap="none">
              <a:solidFill>
                <a:schemeClr val="bg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00" name="Shape 108"/>
        <p:cNvGrpSpPr/>
        <p:nvPr/>
      </p:nvGrpSpPr>
      <p:grpSpPr>
        <a:xfrm>
          <a:off x="0" y="0"/>
          <a:ext cx="0" cy="0"/>
          <a:chOff x="0" y="0"/>
          <a:chExt cx="0" cy="0"/>
        </a:xfrm>
      </p:grpSpPr>
      <p:pic>
        <p:nvPicPr>
          <p:cNvPr id="2097156" name="Google Shape;109;p3" descr="C:\Users\parul\Desktop\Digital Learning Content.png"/>
          <p:cNvPicPr preferRelativeResize="0"/>
          <p:nvPr/>
        </p:nvPicPr>
        <p:blipFill rotWithShape="1">
          <a:blip r:embed="rId1"/>
          <a:srcRect/>
          <a:stretch>
            <a:fillRect/>
          </a:stretch>
        </p:blipFill>
        <p:spPr>
          <a:xfrm>
            <a:off x="0" y="0"/>
            <a:ext cx="9144000" cy="6900863"/>
          </a:xfrm>
          <a:prstGeom prst="rect">
            <a:avLst/>
          </a:prstGeom>
          <a:noFill/>
          <a:ln>
            <a:noFill/>
          </a:ln>
        </p:spPr>
      </p:pic>
      <p:pic>
        <p:nvPicPr>
          <p:cNvPr id="2097157" name="Google Shape;110;p3" descr="C:\Users\parul\Desktop\Untitled-1.png"/>
          <p:cNvPicPr preferRelativeResize="0"/>
          <p:nvPr/>
        </p:nvPicPr>
        <p:blipFill rotWithShape="1">
          <a:blip r:embed="rId2"/>
          <a:srcRect/>
          <a:stretch>
            <a:fillRect/>
          </a:stretch>
        </p:blipFill>
        <p:spPr>
          <a:xfrm>
            <a:off x="1857375" y="3071813"/>
            <a:ext cx="5430838" cy="2803525"/>
          </a:xfrm>
          <a:prstGeom prst="rect">
            <a:avLst/>
          </a:prstGeom>
          <a:noFill/>
          <a:ln>
            <a:noFill/>
          </a:ln>
        </p:spPr>
      </p:pic>
      <p:sp>
        <p:nvSpPr>
          <p:cNvPr id="1048602" name="Google Shape;111;p3"/>
          <p:cNvSpPr txBox="1"/>
          <p:nvPr/>
        </p:nvSpPr>
        <p:spPr>
          <a:xfrm>
            <a:off x="190500" y="2650490"/>
            <a:ext cx="8558213" cy="2490470"/>
          </a:xfrm>
          <a:prstGeom prst="rect">
            <a:avLst/>
          </a:prstGeom>
          <a:noFill/>
          <a:ln>
            <a:noFill/>
          </a:ln>
        </p:spPr>
        <p:txBody>
          <a:bodyPr spcFirstLastPara="1" wrap="square" lIns="91425" tIns="45700" rIns="91425" bIns="45700" anchor="t" anchorCtr="0">
            <a:spAutoFit/>
          </a:bodyPr>
          <a:p>
            <a:pPr marL="0" marR="0" lvl="0" indent="0" algn="l" rtl="0">
              <a:spcBef>
                <a:spcPts val="480"/>
              </a:spcBef>
              <a:spcAft>
                <a:spcPts val="0"/>
              </a:spcAft>
              <a:buClr>
                <a:schemeClr val="dk1"/>
              </a:buClr>
              <a:buSzPts val="2400"/>
              <a:buFont typeface="Arial" panose="020B0604020202020204"/>
              <a:buNone/>
            </a:pPr>
            <a:r>
              <a:rPr lang="en-IN" sz="1600" b="0" i="0" u="none" strike="noStrike" cap="none">
                <a:solidFill>
                  <a:schemeClr val="dk1"/>
                </a:solidFill>
                <a:latin typeface="Calibri" panose="020F0502020204030204"/>
                <a:ea typeface="Calibri" panose="020F0502020204030204"/>
                <a:cs typeface="Calibri" panose="020F0502020204030204"/>
                <a:sym typeface="Calibri" panose="020F0502020204030204"/>
              </a:rPr>
              <a:t>1)</a:t>
            </a:r>
            <a:r>
              <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rPr>
              <a:t>Web Development with Spring Boot</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lang="en-IN" sz="1600" b="0" i="0" u="none" strike="noStrike" cap="none">
                <a:solidFill>
                  <a:schemeClr val="dk1"/>
                </a:solidFill>
                <a:latin typeface="Calibri" panose="020F0502020204030204"/>
                <a:ea typeface="Calibri" panose="020F0502020204030204"/>
                <a:cs typeface="Calibri" panose="020F0502020204030204"/>
                <a:sym typeface="Calibri" panose="020F0502020204030204"/>
              </a:rPr>
              <a:t>2)</a:t>
            </a:r>
            <a:r>
              <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rPr>
              <a:t>Introduce Spring MVC for building web applications.</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lang="en-IN" sz="1600" b="0" i="0" u="none" strike="noStrike" cap="none">
                <a:solidFill>
                  <a:schemeClr val="dk1"/>
                </a:solidFill>
                <a:latin typeface="Calibri" panose="020F0502020204030204"/>
                <a:ea typeface="Calibri" panose="020F0502020204030204"/>
                <a:cs typeface="Calibri" panose="020F0502020204030204"/>
                <a:sym typeface="Calibri" panose="020F0502020204030204"/>
              </a:rPr>
              <a:t>3)</a:t>
            </a:r>
            <a:r>
              <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rPr>
              <a:t>Explain the role of @Controller, @GetMapping, @PostMapping, etc.</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lang="en-IN" sz="1600" b="0" i="0" u="none" strike="noStrike" cap="none">
                <a:solidFill>
                  <a:schemeClr val="dk1"/>
                </a:solidFill>
                <a:latin typeface="Calibri" panose="020F0502020204030204"/>
                <a:ea typeface="Calibri" panose="020F0502020204030204"/>
                <a:cs typeface="Calibri" panose="020F0502020204030204"/>
                <a:sym typeface="Calibri" panose="020F0502020204030204"/>
              </a:rPr>
              <a:t>4)</a:t>
            </a:r>
            <a:r>
              <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rPr>
              <a:t>Create a simple web application with a home page, a form, and a response.</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lang="en-IN" sz="1600" b="0" i="0" u="none" strike="noStrike" cap="none">
                <a:solidFill>
                  <a:schemeClr val="dk1"/>
                </a:solidFill>
                <a:latin typeface="Calibri" panose="020F0502020204030204"/>
                <a:ea typeface="Calibri" panose="020F0502020204030204"/>
                <a:cs typeface="Calibri" panose="020F0502020204030204"/>
                <a:sym typeface="Calibri" panose="020F0502020204030204"/>
              </a:rPr>
              <a:t>5)</a:t>
            </a:r>
            <a:r>
              <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rPr>
              <a:t>Thymeleaf Templating</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lang="en-IN" sz="1600" b="0" i="0" u="none" strike="noStrike" cap="none">
                <a:solidFill>
                  <a:schemeClr val="dk1"/>
                </a:solidFill>
                <a:latin typeface="Calibri" panose="020F0502020204030204"/>
                <a:ea typeface="Calibri" panose="020F0502020204030204"/>
                <a:cs typeface="Calibri" panose="020F0502020204030204"/>
                <a:sym typeface="Calibri" panose="020F0502020204030204"/>
              </a:rPr>
              <a:t>6)</a:t>
            </a:r>
            <a:r>
              <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rPr>
              <a:t>Introduce Thymeleaf as a powerful templating engine for generating dynamic HTML.</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lang="en-IN" sz="1600" b="0" i="0" u="none" strike="noStrike" cap="none">
                <a:solidFill>
                  <a:schemeClr val="dk1"/>
                </a:solidFill>
                <a:latin typeface="Calibri" panose="020F0502020204030204"/>
                <a:ea typeface="Calibri" panose="020F0502020204030204"/>
                <a:cs typeface="Calibri" panose="020F0502020204030204"/>
                <a:sym typeface="Calibri" panose="020F0502020204030204"/>
              </a:rPr>
              <a:t>7)</a:t>
            </a:r>
            <a:r>
              <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rPr>
              <a:t>Demonstrate basic Thymeleaf syntax and model-view integration.</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rPr>
              <a:t>Example: Extend the web app to use Thymeleaf for rendering views.</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48603" name="Google Shape;112;p3"/>
          <p:cNvSpPr/>
          <p:nvPr/>
        </p:nvSpPr>
        <p:spPr>
          <a:xfrm>
            <a:off x="1270" y="1533208"/>
            <a:ext cx="9144000" cy="642937"/>
          </a:xfrm>
          <a:prstGeom prst="rect">
            <a:avLst/>
          </a:prstGeom>
          <a:solidFill>
            <a:srgbClr val="1F497D"/>
          </a:solidFill>
          <a:ln>
            <a:noFill/>
          </a:ln>
        </p:spPr>
        <p:txBody>
          <a:bodyPr spcFirstLastPara="1" wrap="square" lIns="91425" tIns="45700" rIns="91425" bIns="45700" anchor="ctr" anchorCtr="0">
            <a:noAutofit/>
          </a:bodyPr>
          <a:p>
            <a:pPr marL="0" marR="0" lvl="0" indent="0" algn="ctr" rtl="0">
              <a:spcBef>
                <a:spcPts val="0"/>
              </a:spcBef>
              <a:spcAft>
                <a:spcPts val="0"/>
              </a:spcAft>
              <a:buClr>
                <a:schemeClr val="dk1"/>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048604" name="Google Shape;113;p3"/>
          <p:cNvSpPr/>
          <p:nvPr/>
        </p:nvSpPr>
        <p:spPr>
          <a:xfrm>
            <a:off x="190500" y="1687513"/>
            <a:ext cx="8763000" cy="554037"/>
          </a:xfrm>
          <a:prstGeom prst="rect">
            <a:avLst/>
          </a:prstGeom>
          <a:noFill/>
          <a:ln>
            <a:noFill/>
          </a:ln>
        </p:spPr>
        <p:txBody>
          <a:bodyPr spcFirstLastPara="1" wrap="square" lIns="91425" tIns="45700" rIns="91425" bIns="45700" anchor="t" anchorCtr="0">
            <a:noAutofit/>
          </a:bodyPr>
          <a:p>
            <a:pPr marL="0" marR="0" lvl="0" indent="0" algn="l" rtl="0">
              <a:spcBef>
                <a:spcPts val="0"/>
              </a:spcBef>
              <a:spcAft>
                <a:spcPts val="0"/>
              </a:spcAft>
              <a:buClr>
                <a:schemeClr val="lt1"/>
              </a:buClr>
              <a:buSzPts val="3000"/>
              <a:buFont typeface="Arial" panose="020B0604020202020204"/>
              <a:buNone/>
            </a:pPr>
            <a:r>
              <a:rPr lang="en-IN" sz="3000" b="1" i="0" u="none" strike="noStrike" cap="none">
                <a:solidFill>
                  <a:schemeClr val="lt1"/>
                </a:solidFill>
                <a:latin typeface="Calibri" panose="020F0502020204030204"/>
                <a:ea typeface="Calibri" panose="020F0502020204030204"/>
                <a:cs typeface="Calibri" panose="020F0502020204030204"/>
                <a:sym typeface="Calibri" panose="020F0502020204030204"/>
              </a:rPr>
              <a:t>Building a Spring Boot Web Application</a:t>
            </a:r>
            <a:endParaRPr lang="en-IN" sz="3000" b="1"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00" name="Shape 108"/>
        <p:cNvGrpSpPr/>
        <p:nvPr/>
      </p:nvGrpSpPr>
      <p:grpSpPr>
        <a:xfrm>
          <a:off x="0" y="0"/>
          <a:ext cx="0" cy="0"/>
          <a:chOff x="0" y="0"/>
          <a:chExt cx="0" cy="0"/>
        </a:xfrm>
      </p:grpSpPr>
      <p:pic>
        <p:nvPicPr>
          <p:cNvPr id="2097156" name="Google Shape;109;p3" descr="C:\Users\parul\Desktop\Digital Learning Content.png"/>
          <p:cNvPicPr preferRelativeResize="0"/>
          <p:nvPr/>
        </p:nvPicPr>
        <p:blipFill rotWithShape="1">
          <a:blip r:embed="rId1"/>
          <a:srcRect/>
          <a:stretch>
            <a:fillRect/>
          </a:stretch>
        </p:blipFill>
        <p:spPr>
          <a:xfrm>
            <a:off x="0" y="0"/>
            <a:ext cx="9144000" cy="6900863"/>
          </a:xfrm>
          <a:prstGeom prst="rect">
            <a:avLst/>
          </a:prstGeom>
          <a:noFill/>
          <a:ln>
            <a:noFill/>
          </a:ln>
        </p:spPr>
      </p:pic>
      <p:pic>
        <p:nvPicPr>
          <p:cNvPr id="2097157" name="Google Shape;110;p3" descr="C:\Users\parul\Desktop\Untitled-1.png"/>
          <p:cNvPicPr preferRelativeResize="0"/>
          <p:nvPr/>
        </p:nvPicPr>
        <p:blipFill rotWithShape="1">
          <a:blip r:embed="rId2"/>
          <a:srcRect/>
          <a:stretch>
            <a:fillRect/>
          </a:stretch>
        </p:blipFill>
        <p:spPr>
          <a:xfrm>
            <a:off x="1857375" y="3071813"/>
            <a:ext cx="5430838" cy="2803525"/>
          </a:xfrm>
          <a:prstGeom prst="rect">
            <a:avLst/>
          </a:prstGeom>
          <a:noFill/>
          <a:ln>
            <a:noFill/>
          </a:ln>
        </p:spPr>
      </p:pic>
      <p:sp>
        <p:nvSpPr>
          <p:cNvPr id="1048602" name="Google Shape;111;p3"/>
          <p:cNvSpPr txBox="1"/>
          <p:nvPr/>
        </p:nvSpPr>
        <p:spPr>
          <a:xfrm>
            <a:off x="190500" y="2650490"/>
            <a:ext cx="8558213" cy="3106420"/>
          </a:xfrm>
          <a:prstGeom prst="rect">
            <a:avLst/>
          </a:prstGeom>
          <a:noFill/>
          <a:ln>
            <a:noFill/>
          </a:ln>
        </p:spPr>
        <p:txBody>
          <a:bodyPr spcFirstLastPara="1" wrap="square" lIns="91425" tIns="45700" rIns="91425" bIns="45700" anchor="t" anchorCtr="0">
            <a:spAutoFit/>
          </a:bodyPr>
          <a:p>
            <a:pPr marL="0" marR="0" lvl="0" indent="0" algn="l" rtl="0">
              <a:spcBef>
                <a:spcPts val="480"/>
              </a:spcBef>
              <a:spcAft>
                <a:spcPts val="0"/>
              </a:spcAft>
              <a:buClr>
                <a:schemeClr val="dk1"/>
              </a:buClr>
              <a:buSzPts val="2400"/>
              <a:buFont typeface="Arial" panose="020B0604020202020204"/>
              <a:buNone/>
            </a:pPr>
            <a:r>
              <a:rPr sz="1600" b="1" i="0" u="none" strike="noStrike" cap="none">
                <a:solidFill>
                  <a:schemeClr val="dk1"/>
                </a:solidFill>
                <a:latin typeface="Calibri" panose="020F0502020204030204"/>
                <a:ea typeface="Calibri" panose="020F0502020204030204"/>
                <a:cs typeface="Calibri" panose="020F0502020204030204"/>
                <a:sym typeface="Calibri" panose="020F0502020204030204"/>
              </a:rPr>
              <a:t>Example: Task Management App</a:t>
            </a:r>
            <a:endParaRPr sz="1600" b="1"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rPr>
              <a:t>We'll create a basic web app that allows users to create, view, update, and delete tasks.</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b="1" i="0" u="none" strike="noStrike" cap="none">
                <a:solidFill>
                  <a:schemeClr val="dk1"/>
                </a:solidFill>
                <a:latin typeface="Calibri" panose="020F0502020204030204"/>
                <a:ea typeface="Calibri" panose="020F0502020204030204"/>
                <a:cs typeface="Calibri" panose="020F0502020204030204"/>
                <a:sym typeface="Calibri" panose="020F0502020204030204"/>
              </a:rPr>
              <a:t>Project Setup:</a:t>
            </a:r>
            <a:endParaRPr sz="1600" b="1"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rPr>
              <a:t>Create Project: Use Spring Initializr (https://start.spring.io/) to generate a Spring Boot project.</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endParaRPr sz="1600" b="1"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b="1" i="0" u="none" strike="noStrike" cap="none">
                <a:solidFill>
                  <a:schemeClr val="dk1"/>
                </a:solidFill>
                <a:latin typeface="Calibri" panose="020F0502020204030204"/>
                <a:ea typeface="Calibri" panose="020F0502020204030204"/>
                <a:cs typeface="Calibri" panose="020F0502020204030204"/>
                <a:sym typeface="Calibri" panose="020F0502020204030204"/>
              </a:rPr>
              <a:t>Dependencies:</a:t>
            </a:r>
            <a:r>
              <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rPr>
              <a:t> Add the following to your pom.xml:</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rPr>
              <a:t>spring-boot-starter-web</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rPr>
              <a:t>spring-boot-starter-thymeleaf (or your preferred view technology)</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rPr>
              <a:t>spring-boot-starter-data-jpa</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rPr>
              <a:t>h2database (in-memory database for simplicity)</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48603" name="Google Shape;112;p3"/>
          <p:cNvSpPr/>
          <p:nvPr/>
        </p:nvSpPr>
        <p:spPr>
          <a:xfrm>
            <a:off x="1270" y="1533208"/>
            <a:ext cx="9144000" cy="642937"/>
          </a:xfrm>
          <a:prstGeom prst="rect">
            <a:avLst/>
          </a:prstGeom>
          <a:solidFill>
            <a:srgbClr val="1F497D"/>
          </a:solidFill>
          <a:ln>
            <a:noFill/>
          </a:ln>
        </p:spPr>
        <p:txBody>
          <a:bodyPr spcFirstLastPara="1" wrap="square" lIns="91425" tIns="45700" rIns="91425" bIns="45700" anchor="ctr" anchorCtr="0">
            <a:noAutofit/>
          </a:bodyPr>
          <a:p>
            <a:pPr marL="0" marR="0" lvl="0" indent="0" algn="ctr" rtl="0">
              <a:spcBef>
                <a:spcPts val="0"/>
              </a:spcBef>
              <a:spcAft>
                <a:spcPts val="0"/>
              </a:spcAft>
              <a:buClr>
                <a:schemeClr val="dk1"/>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048604" name="Google Shape;113;p3"/>
          <p:cNvSpPr/>
          <p:nvPr/>
        </p:nvSpPr>
        <p:spPr>
          <a:xfrm>
            <a:off x="190500" y="1687513"/>
            <a:ext cx="8763000" cy="554037"/>
          </a:xfrm>
          <a:prstGeom prst="rect">
            <a:avLst/>
          </a:prstGeom>
          <a:noFill/>
          <a:ln>
            <a:noFill/>
          </a:ln>
        </p:spPr>
        <p:txBody>
          <a:bodyPr spcFirstLastPara="1" wrap="square" lIns="91425" tIns="45700" rIns="91425" bIns="45700" anchor="t" anchorCtr="0">
            <a:noAutofit/>
          </a:bodyPr>
          <a:p>
            <a:pPr marL="0" marR="0" lvl="0" indent="0" algn="l" rtl="0">
              <a:spcBef>
                <a:spcPts val="0"/>
              </a:spcBef>
              <a:spcAft>
                <a:spcPts val="0"/>
              </a:spcAft>
              <a:buClr>
                <a:schemeClr val="lt1"/>
              </a:buClr>
              <a:buSzPts val="3000"/>
              <a:buFont typeface="Arial" panose="020B0604020202020204"/>
              <a:buNone/>
            </a:pPr>
            <a:r>
              <a:rPr lang="en-IN" sz="3000" b="1" i="0" u="none" strike="noStrike" cap="none">
                <a:solidFill>
                  <a:schemeClr val="lt1"/>
                </a:solidFill>
                <a:latin typeface="Calibri" panose="020F0502020204030204"/>
                <a:ea typeface="Calibri" panose="020F0502020204030204"/>
                <a:cs typeface="Calibri" panose="020F0502020204030204"/>
                <a:sym typeface="Calibri" panose="020F0502020204030204"/>
              </a:rPr>
              <a:t>Building a Spring Boot Web Application</a:t>
            </a:r>
            <a:endParaRPr lang="en-IN" sz="3000" b="1"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00" name="Shape 108"/>
        <p:cNvGrpSpPr/>
        <p:nvPr/>
      </p:nvGrpSpPr>
      <p:grpSpPr>
        <a:xfrm>
          <a:off x="0" y="0"/>
          <a:ext cx="0" cy="0"/>
          <a:chOff x="0" y="0"/>
          <a:chExt cx="0" cy="0"/>
        </a:xfrm>
      </p:grpSpPr>
      <p:pic>
        <p:nvPicPr>
          <p:cNvPr id="2097156" name="Google Shape;109;p3" descr="C:\Users\parul\Desktop\Digital Learning Content.png"/>
          <p:cNvPicPr preferRelativeResize="0"/>
          <p:nvPr/>
        </p:nvPicPr>
        <p:blipFill rotWithShape="1">
          <a:blip r:embed="rId1"/>
          <a:srcRect/>
          <a:stretch>
            <a:fillRect/>
          </a:stretch>
        </p:blipFill>
        <p:spPr>
          <a:xfrm>
            <a:off x="0" y="0"/>
            <a:ext cx="9144000" cy="6900863"/>
          </a:xfrm>
          <a:prstGeom prst="rect">
            <a:avLst/>
          </a:prstGeom>
          <a:noFill/>
          <a:ln>
            <a:noFill/>
          </a:ln>
        </p:spPr>
      </p:pic>
      <p:pic>
        <p:nvPicPr>
          <p:cNvPr id="2097157" name="Google Shape;110;p3" descr="C:\Users\parul\Desktop\Untitled-1.png"/>
          <p:cNvPicPr preferRelativeResize="0"/>
          <p:nvPr/>
        </p:nvPicPr>
        <p:blipFill rotWithShape="1">
          <a:blip r:embed="rId2"/>
          <a:srcRect/>
          <a:stretch>
            <a:fillRect/>
          </a:stretch>
        </p:blipFill>
        <p:spPr>
          <a:xfrm>
            <a:off x="1857375" y="3071813"/>
            <a:ext cx="5430838" cy="2803525"/>
          </a:xfrm>
          <a:prstGeom prst="rect">
            <a:avLst/>
          </a:prstGeom>
          <a:noFill/>
          <a:ln>
            <a:noFill/>
          </a:ln>
        </p:spPr>
      </p:pic>
      <p:sp>
        <p:nvSpPr>
          <p:cNvPr id="1048602" name="Google Shape;111;p3"/>
          <p:cNvSpPr txBox="1"/>
          <p:nvPr/>
        </p:nvSpPr>
        <p:spPr>
          <a:xfrm>
            <a:off x="190500" y="2650490"/>
            <a:ext cx="8558213" cy="3106420"/>
          </a:xfrm>
          <a:prstGeom prst="rect">
            <a:avLst/>
          </a:prstGeom>
          <a:noFill/>
          <a:ln>
            <a:noFill/>
          </a:ln>
        </p:spPr>
        <p:txBody>
          <a:bodyPr spcFirstLastPara="1" wrap="square" lIns="91425" tIns="45700" rIns="91425" bIns="45700" anchor="t" anchorCtr="0">
            <a:spAutoFit/>
          </a:bodyPr>
          <a:p>
            <a:pPr marL="0" marR="0" lvl="0" indent="0" algn="l" rtl="0">
              <a:spcBef>
                <a:spcPts val="480"/>
              </a:spcBef>
              <a:spcAft>
                <a:spcPts val="0"/>
              </a:spcAft>
              <a:buClr>
                <a:schemeClr val="dk1"/>
              </a:buClr>
              <a:buSzPts val="2400"/>
              <a:buFont typeface="Arial" panose="020B0604020202020204"/>
              <a:buNone/>
            </a:pPr>
            <a:r>
              <a:rPr sz="1600" b="1" i="0" u="none" strike="noStrike" cap="none">
                <a:solidFill>
                  <a:schemeClr val="dk1"/>
                </a:solidFill>
                <a:latin typeface="Calibri" panose="020F0502020204030204"/>
                <a:ea typeface="Calibri" panose="020F0502020204030204"/>
                <a:cs typeface="Calibri" panose="020F0502020204030204"/>
                <a:sym typeface="Calibri" panose="020F0502020204030204"/>
              </a:rPr>
              <a:t>Model: Create a Task entity:</a:t>
            </a:r>
            <a:endParaRPr sz="1600" b="1"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i="0" u="none" strike="noStrike" cap="none">
                <a:solidFill>
                  <a:schemeClr val="dk1"/>
                </a:solidFill>
                <a:latin typeface="Calibri" panose="020F0502020204030204"/>
                <a:ea typeface="Calibri" panose="020F0502020204030204"/>
                <a:cs typeface="Calibri" panose="020F0502020204030204"/>
                <a:sym typeface="Calibri" panose="020F0502020204030204"/>
              </a:rPr>
              <a:t>Java</a:t>
            </a:r>
            <a:endParaRPr sz="160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i="0" u="none" strike="noStrike" cap="none">
                <a:solidFill>
                  <a:schemeClr val="dk1"/>
                </a:solidFill>
                <a:latin typeface="Calibri" panose="020F0502020204030204"/>
                <a:ea typeface="Calibri" panose="020F0502020204030204"/>
                <a:cs typeface="Calibri" panose="020F0502020204030204"/>
                <a:sym typeface="Calibri" panose="020F0502020204030204"/>
              </a:rPr>
              <a:t>@Entity</a:t>
            </a:r>
            <a:endParaRPr sz="160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i="0" u="none" strike="noStrike" cap="none">
                <a:solidFill>
                  <a:schemeClr val="dk1"/>
                </a:solidFill>
                <a:latin typeface="Calibri" panose="020F0502020204030204"/>
                <a:ea typeface="Calibri" panose="020F0502020204030204"/>
                <a:cs typeface="Calibri" panose="020F0502020204030204"/>
                <a:sym typeface="Calibri" panose="020F0502020204030204"/>
              </a:rPr>
              <a:t>public class Task {</a:t>
            </a:r>
            <a:endParaRPr sz="160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i="0" u="none" strike="noStrike" cap="none">
                <a:solidFill>
                  <a:schemeClr val="dk1"/>
                </a:solidFill>
                <a:latin typeface="Calibri" panose="020F0502020204030204"/>
                <a:ea typeface="Calibri" panose="020F0502020204030204"/>
                <a:cs typeface="Calibri" panose="020F0502020204030204"/>
                <a:sym typeface="Calibri" panose="020F0502020204030204"/>
              </a:rPr>
              <a:t>    @Id @GeneratedValue</a:t>
            </a:r>
            <a:endParaRPr sz="160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i="0" u="none" strike="noStrike" cap="none">
                <a:solidFill>
                  <a:schemeClr val="dk1"/>
                </a:solidFill>
                <a:latin typeface="Calibri" panose="020F0502020204030204"/>
                <a:ea typeface="Calibri" panose="020F0502020204030204"/>
                <a:cs typeface="Calibri" panose="020F0502020204030204"/>
                <a:sym typeface="Calibri" panose="020F0502020204030204"/>
              </a:rPr>
              <a:t>    private Long id;</a:t>
            </a:r>
            <a:endParaRPr sz="160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i="0" u="none" strike="noStrike" cap="none">
                <a:solidFill>
                  <a:schemeClr val="dk1"/>
                </a:solidFill>
                <a:latin typeface="Calibri" panose="020F0502020204030204"/>
                <a:ea typeface="Calibri" panose="020F0502020204030204"/>
                <a:cs typeface="Calibri" panose="020F0502020204030204"/>
                <a:sym typeface="Calibri" panose="020F0502020204030204"/>
              </a:rPr>
              <a:t>    private String description;</a:t>
            </a:r>
            <a:endParaRPr sz="160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i="0" u="none" strike="noStrike" cap="none">
                <a:solidFill>
                  <a:schemeClr val="dk1"/>
                </a:solidFill>
                <a:latin typeface="Calibri" panose="020F0502020204030204"/>
                <a:ea typeface="Calibri" panose="020F0502020204030204"/>
                <a:cs typeface="Calibri" panose="020F0502020204030204"/>
                <a:sym typeface="Calibri" panose="020F0502020204030204"/>
              </a:rPr>
              <a:t>    private boolean completed;</a:t>
            </a:r>
            <a:endParaRPr sz="160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i="0" u="none" strike="noStrike" cap="none">
                <a:solidFill>
                  <a:schemeClr val="dk1"/>
                </a:solidFill>
                <a:latin typeface="Calibri" panose="020F0502020204030204"/>
                <a:ea typeface="Calibri" panose="020F0502020204030204"/>
                <a:cs typeface="Calibri" panose="020F0502020204030204"/>
                <a:sym typeface="Calibri" panose="020F0502020204030204"/>
              </a:rPr>
              <a:t>    // getters, setters, constructor, toString</a:t>
            </a:r>
            <a:endParaRPr sz="160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i="0" u="none" strike="noStrike" cap="none">
                <a:solidFill>
                  <a:schemeClr val="dk1"/>
                </a:solidFill>
                <a:latin typeface="Calibri" panose="020F0502020204030204"/>
                <a:ea typeface="Calibri" panose="020F0502020204030204"/>
                <a:cs typeface="Calibri" panose="020F0502020204030204"/>
                <a:sym typeface="Calibri" panose="020F0502020204030204"/>
              </a:rPr>
              <a:t>}</a:t>
            </a:r>
            <a:endParaRPr sz="160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48603" name="Google Shape;112;p3"/>
          <p:cNvSpPr/>
          <p:nvPr/>
        </p:nvSpPr>
        <p:spPr>
          <a:xfrm>
            <a:off x="1270" y="1533208"/>
            <a:ext cx="9144000" cy="642937"/>
          </a:xfrm>
          <a:prstGeom prst="rect">
            <a:avLst/>
          </a:prstGeom>
          <a:solidFill>
            <a:srgbClr val="1F497D"/>
          </a:solidFill>
          <a:ln>
            <a:noFill/>
          </a:ln>
        </p:spPr>
        <p:txBody>
          <a:bodyPr spcFirstLastPara="1" wrap="square" lIns="91425" tIns="45700" rIns="91425" bIns="45700" anchor="ctr" anchorCtr="0">
            <a:noAutofit/>
          </a:bodyPr>
          <a:p>
            <a:pPr marL="0" marR="0" lvl="0" indent="0" algn="ctr" rtl="0">
              <a:spcBef>
                <a:spcPts val="0"/>
              </a:spcBef>
              <a:spcAft>
                <a:spcPts val="0"/>
              </a:spcAft>
              <a:buClr>
                <a:schemeClr val="dk1"/>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048604" name="Google Shape;113;p3"/>
          <p:cNvSpPr/>
          <p:nvPr/>
        </p:nvSpPr>
        <p:spPr>
          <a:xfrm>
            <a:off x="190500" y="1687513"/>
            <a:ext cx="8763000" cy="554037"/>
          </a:xfrm>
          <a:prstGeom prst="rect">
            <a:avLst/>
          </a:prstGeom>
          <a:noFill/>
          <a:ln>
            <a:noFill/>
          </a:ln>
        </p:spPr>
        <p:txBody>
          <a:bodyPr spcFirstLastPara="1" wrap="square" lIns="91425" tIns="45700" rIns="91425" bIns="45700" anchor="t" anchorCtr="0">
            <a:noAutofit/>
          </a:bodyPr>
          <a:p>
            <a:pPr marL="0" marR="0" lvl="0" indent="0" algn="l" rtl="0">
              <a:spcBef>
                <a:spcPts val="0"/>
              </a:spcBef>
              <a:spcAft>
                <a:spcPts val="0"/>
              </a:spcAft>
              <a:buClr>
                <a:schemeClr val="lt1"/>
              </a:buClr>
              <a:buSzPts val="3000"/>
              <a:buFont typeface="Arial" panose="020B0604020202020204"/>
              <a:buNone/>
            </a:pPr>
            <a:r>
              <a:rPr lang="en-IN" sz="3000" b="1" i="0" u="none" strike="noStrike" cap="none">
                <a:solidFill>
                  <a:schemeClr val="lt1"/>
                </a:solidFill>
                <a:latin typeface="Calibri" panose="020F0502020204030204"/>
                <a:ea typeface="Calibri" panose="020F0502020204030204"/>
                <a:cs typeface="Calibri" panose="020F0502020204030204"/>
                <a:sym typeface="Calibri" panose="020F0502020204030204"/>
              </a:rPr>
              <a:t>Building a Spring Boot Web Application</a:t>
            </a:r>
            <a:endParaRPr lang="en-IN" sz="3000" b="1"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00" name="Shape 108"/>
        <p:cNvGrpSpPr/>
        <p:nvPr/>
      </p:nvGrpSpPr>
      <p:grpSpPr>
        <a:xfrm>
          <a:off x="0" y="0"/>
          <a:ext cx="0" cy="0"/>
          <a:chOff x="0" y="0"/>
          <a:chExt cx="0" cy="0"/>
        </a:xfrm>
      </p:grpSpPr>
      <p:pic>
        <p:nvPicPr>
          <p:cNvPr id="2097156" name="Google Shape;109;p3" descr="C:\Users\parul\Desktop\Digital Learning Content.png"/>
          <p:cNvPicPr preferRelativeResize="0"/>
          <p:nvPr/>
        </p:nvPicPr>
        <p:blipFill rotWithShape="1">
          <a:blip r:embed="rId1"/>
          <a:srcRect/>
          <a:stretch>
            <a:fillRect/>
          </a:stretch>
        </p:blipFill>
        <p:spPr>
          <a:xfrm>
            <a:off x="0" y="0"/>
            <a:ext cx="9144000" cy="6900863"/>
          </a:xfrm>
          <a:prstGeom prst="rect">
            <a:avLst/>
          </a:prstGeom>
          <a:noFill/>
          <a:ln>
            <a:noFill/>
          </a:ln>
        </p:spPr>
      </p:pic>
      <p:pic>
        <p:nvPicPr>
          <p:cNvPr id="2097157" name="Google Shape;110;p3" descr="C:\Users\parul\Desktop\Untitled-1.png"/>
          <p:cNvPicPr preferRelativeResize="0"/>
          <p:nvPr/>
        </p:nvPicPr>
        <p:blipFill rotWithShape="1">
          <a:blip r:embed="rId2"/>
          <a:srcRect/>
          <a:stretch>
            <a:fillRect/>
          </a:stretch>
        </p:blipFill>
        <p:spPr>
          <a:xfrm>
            <a:off x="1857375" y="3071813"/>
            <a:ext cx="5430838" cy="2803525"/>
          </a:xfrm>
          <a:prstGeom prst="rect">
            <a:avLst/>
          </a:prstGeom>
          <a:noFill/>
          <a:ln>
            <a:noFill/>
          </a:ln>
        </p:spPr>
      </p:pic>
      <p:sp>
        <p:nvSpPr>
          <p:cNvPr id="1048602" name="Google Shape;111;p3"/>
          <p:cNvSpPr txBox="1"/>
          <p:nvPr/>
        </p:nvSpPr>
        <p:spPr>
          <a:xfrm>
            <a:off x="190500" y="2650490"/>
            <a:ext cx="8558213" cy="1259205"/>
          </a:xfrm>
          <a:prstGeom prst="rect">
            <a:avLst/>
          </a:prstGeom>
          <a:noFill/>
          <a:ln>
            <a:noFill/>
          </a:ln>
        </p:spPr>
        <p:txBody>
          <a:bodyPr spcFirstLastPara="1" wrap="square" lIns="91425" tIns="45700" rIns="91425" bIns="45700" anchor="t" anchorCtr="0">
            <a:spAutoFit/>
          </a:bodyPr>
          <a:p>
            <a:pPr marL="0" marR="0" lvl="0" indent="0" algn="l" rtl="0">
              <a:spcBef>
                <a:spcPts val="480"/>
              </a:spcBef>
              <a:spcAft>
                <a:spcPts val="0"/>
              </a:spcAft>
              <a:buClr>
                <a:schemeClr val="dk1"/>
              </a:buClr>
              <a:buSzPts val="2400"/>
              <a:buFont typeface="Arial" panose="020B0604020202020204"/>
              <a:buNone/>
            </a:pPr>
            <a:r>
              <a:rPr sz="1600" b="1" i="0" u="none" strike="noStrike" cap="none">
                <a:solidFill>
                  <a:schemeClr val="dk1"/>
                </a:solidFill>
                <a:latin typeface="Calibri" panose="020F0502020204030204"/>
                <a:ea typeface="Calibri" panose="020F0502020204030204"/>
                <a:cs typeface="Calibri" panose="020F0502020204030204"/>
                <a:sym typeface="Calibri" panose="020F0502020204030204"/>
              </a:rPr>
              <a:t>Repository: Create a TaskRepository interface extending JpaRepository:</a:t>
            </a:r>
            <a:endParaRPr sz="1600" b="1"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i="0" u="none" strike="noStrike" cap="none">
                <a:solidFill>
                  <a:schemeClr val="dk1"/>
                </a:solidFill>
                <a:latin typeface="Calibri" panose="020F0502020204030204"/>
                <a:ea typeface="Calibri" panose="020F0502020204030204"/>
                <a:cs typeface="Calibri" panose="020F0502020204030204"/>
                <a:sym typeface="Calibri" panose="020F0502020204030204"/>
              </a:rPr>
              <a:t>Java</a:t>
            </a:r>
            <a:endParaRPr sz="160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i="0" u="none" strike="noStrike" cap="none">
                <a:solidFill>
                  <a:schemeClr val="dk1"/>
                </a:solidFill>
                <a:latin typeface="Calibri" panose="020F0502020204030204"/>
                <a:ea typeface="Calibri" panose="020F0502020204030204"/>
                <a:cs typeface="Calibri" panose="020F0502020204030204"/>
                <a:sym typeface="Calibri" panose="020F0502020204030204"/>
              </a:rPr>
              <a:t>@Repository</a:t>
            </a:r>
            <a:endParaRPr sz="160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i="0" u="none" strike="noStrike" cap="none">
                <a:solidFill>
                  <a:schemeClr val="dk1"/>
                </a:solidFill>
                <a:latin typeface="Calibri" panose="020F0502020204030204"/>
                <a:ea typeface="Calibri" panose="020F0502020204030204"/>
                <a:cs typeface="Calibri" panose="020F0502020204030204"/>
                <a:sym typeface="Calibri" panose="020F0502020204030204"/>
              </a:rPr>
              <a:t>public interface TaskRepository extends JpaRepository&lt;Task, Long&gt; {}</a:t>
            </a:r>
            <a:endParaRPr sz="160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48603" name="Google Shape;112;p3"/>
          <p:cNvSpPr/>
          <p:nvPr/>
        </p:nvSpPr>
        <p:spPr>
          <a:xfrm>
            <a:off x="1270" y="1533208"/>
            <a:ext cx="9144000" cy="642937"/>
          </a:xfrm>
          <a:prstGeom prst="rect">
            <a:avLst/>
          </a:prstGeom>
          <a:solidFill>
            <a:srgbClr val="1F497D"/>
          </a:solidFill>
          <a:ln>
            <a:noFill/>
          </a:ln>
        </p:spPr>
        <p:txBody>
          <a:bodyPr spcFirstLastPara="1" wrap="square" lIns="91425" tIns="45700" rIns="91425" bIns="45700" anchor="ctr" anchorCtr="0">
            <a:noAutofit/>
          </a:bodyPr>
          <a:p>
            <a:pPr marL="0" marR="0" lvl="0" indent="0" algn="ctr" rtl="0">
              <a:spcBef>
                <a:spcPts val="0"/>
              </a:spcBef>
              <a:spcAft>
                <a:spcPts val="0"/>
              </a:spcAft>
              <a:buClr>
                <a:schemeClr val="dk1"/>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048604" name="Google Shape;113;p3"/>
          <p:cNvSpPr/>
          <p:nvPr/>
        </p:nvSpPr>
        <p:spPr>
          <a:xfrm>
            <a:off x="190500" y="1687513"/>
            <a:ext cx="8763000" cy="554037"/>
          </a:xfrm>
          <a:prstGeom prst="rect">
            <a:avLst/>
          </a:prstGeom>
          <a:noFill/>
          <a:ln>
            <a:noFill/>
          </a:ln>
        </p:spPr>
        <p:txBody>
          <a:bodyPr spcFirstLastPara="1" wrap="square" lIns="91425" tIns="45700" rIns="91425" bIns="45700" anchor="t" anchorCtr="0">
            <a:noAutofit/>
          </a:bodyPr>
          <a:p>
            <a:pPr marL="0" marR="0" lvl="0" indent="0" algn="l" rtl="0">
              <a:spcBef>
                <a:spcPts val="0"/>
              </a:spcBef>
              <a:spcAft>
                <a:spcPts val="0"/>
              </a:spcAft>
              <a:buClr>
                <a:schemeClr val="lt1"/>
              </a:buClr>
              <a:buSzPts val="3000"/>
              <a:buFont typeface="Arial" panose="020B0604020202020204"/>
              <a:buNone/>
            </a:pPr>
            <a:r>
              <a:rPr lang="en-IN" sz="3000" b="1" i="0" u="none" strike="noStrike" cap="none">
                <a:solidFill>
                  <a:schemeClr val="lt1"/>
                </a:solidFill>
                <a:latin typeface="Calibri" panose="020F0502020204030204"/>
                <a:ea typeface="Calibri" panose="020F0502020204030204"/>
                <a:cs typeface="Calibri" panose="020F0502020204030204"/>
                <a:sym typeface="Calibri" panose="020F0502020204030204"/>
              </a:rPr>
              <a:t>Building a Spring Boot Web Application</a:t>
            </a:r>
            <a:endParaRPr lang="en-IN" sz="3000" b="1"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00" name="Shape 108"/>
        <p:cNvGrpSpPr/>
        <p:nvPr/>
      </p:nvGrpSpPr>
      <p:grpSpPr>
        <a:xfrm>
          <a:off x="0" y="0"/>
          <a:ext cx="0" cy="0"/>
          <a:chOff x="0" y="0"/>
          <a:chExt cx="0" cy="0"/>
        </a:xfrm>
      </p:grpSpPr>
      <p:pic>
        <p:nvPicPr>
          <p:cNvPr id="2097156" name="Google Shape;109;p3" descr="C:\Users\parul\Desktop\Digital Learning Content.png"/>
          <p:cNvPicPr preferRelativeResize="0"/>
          <p:nvPr/>
        </p:nvPicPr>
        <p:blipFill rotWithShape="1">
          <a:blip r:embed="rId1"/>
          <a:srcRect/>
          <a:stretch>
            <a:fillRect/>
          </a:stretch>
        </p:blipFill>
        <p:spPr>
          <a:xfrm>
            <a:off x="0" y="0"/>
            <a:ext cx="9144000" cy="6900863"/>
          </a:xfrm>
          <a:prstGeom prst="rect">
            <a:avLst/>
          </a:prstGeom>
          <a:noFill/>
          <a:ln>
            <a:noFill/>
          </a:ln>
        </p:spPr>
      </p:pic>
      <p:pic>
        <p:nvPicPr>
          <p:cNvPr id="2097157" name="Google Shape;110;p3" descr="C:\Users\parul\Desktop\Untitled-1.png"/>
          <p:cNvPicPr preferRelativeResize="0"/>
          <p:nvPr/>
        </p:nvPicPr>
        <p:blipFill rotWithShape="1">
          <a:blip r:embed="rId2"/>
          <a:srcRect/>
          <a:stretch>
            <a:fillRect/>
          </a:stretch>
        </p:blipFill>
        <p:spPr>
          <a:xfrm>
            <a:off x="1857375" y="3071813"/>
            <a:ext cx="5430838" cy="2803525"/>
          </a:xfrm>
          <a:prstGeom prst="rect">
            <a:avLst/>
          </a:prstGeom>
          <a:noFill/>
          <a:ln>
            <a:noFill/>
          </a:ln>
        </p:spPr>
      </p:pic>
      <p:sp>
        <p:nvSpPr>
          <p:cNvPr id="1048602" name="Google Shape;111;p3"/>
          <p:cNvSpPr txBox="1"/>
          <p:nvPr/>
        </p:nvSpPr>
        <p:spPr>
          <a:xfrm>
            <a:off x="122555" y="2294890"/>
            <a:ext cx="8558213" cy="4029710"/>
          </a:xfrm>
          <a:prstGeom prst="rect">
            <a:avLst/>
          </a:prstGeom>
          <a:noFill/>
          <a:ln>
            <a:noFill/>
          </a:ln>
        </p:spPr>
        <p:txBody>
          <a:bodyPr spcFirstLastPara="1" wrap="square" lIns="91425" tIns="45700" rIns="91425" bIns="45700" anchor="t" anchorCtr="0">
            <a:spAutoFit/>
          </a:bodyPr>
          <a:p>
            <a:pPr marL="0" marR="0" lvl="0" indent="0" algn="l" rtl="0">
              <a:spcBef>
                <a:spcPts val="480"/>
              </a:spcBef>
              <a:spcAft>
                <a:spcPts val="0"/>
              </a:spcAft>
              <a:buClr>
                <a:schemeClr val="dk1"/>
              </a:buClr>
              <a:buSzPts val="2400"/>
              <a:buFont typeface="Arial" panose="020B0604020202020204"/>
              <a:buNone/>
            </a:pPr>
            <a:r>
              <a:rPr sz="1600" b="1" i="0" u="none" strike="noStrike" cap="none">
                <a:solidFill>
                  <a:schemeClr val="dk1"/>
                </a:solidFill>
                <a:latin typeface="Calibri" panose="020F0502020204030204"/>
                <a:ea typeface="Calibri" panose="020F0502020204030204"/>
                <a:cs typeface="Calibri" panose="020F0502020204030204"/>
                <a:sym typeface="Calibri" panose="020F0502020204030204"/>
              </a:rPr>
              <a:t>Controller: Create a TaskController:</a:t>
            </a:r>
            <a:endParaRPr sz="1600" b="1"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i="0" u="none" strike="noStrike" cap="none">
                <a:solidFill>
                  <a:schemeClr val="dk1"/>
                </a:solidFill>
                <a:latin typeface="Calibri" panose="020F0502020204030204"/>
                <a:ea typeface="Calibri" panose="020F0502020204030204"/>
                <a:cs typeface="Calibri" panose="020F0502020204030204"/>
                <a:sym typeface="Calibri" panose="020F0502020204030204"/>
              </a:rPr>
              <a:t>Java</a:t>
            </a:r>
            <a:endParaRPr sz="160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i="0" u="none" strike="noStrike" cap="none">
                <a:solidFill>
                  <a:schemeClr val="dk1"/>
                </a:solidFill>
                <a:latin typeface="Calibri" panose="020F0502020204030204"/>
                <a:ea typeface="Calibri" panose="020F0502020204030204"/>
                <a:cs typeface="Calibri" panose="020F0502020204030204"/>
                <a:sym typeface="Calibri" panose="020F0502020204030204"/>
              </a:rPr>
              <a:t>@Controller</a:t>
            </a:r>
            <a:endParaRPr sz="160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i="0" u="none" strike="noStrike" cap="none">
                <a:solidFill>
                  <a:schemeClr val="dk1"/>
                </a:solidFill>
                <a:latin typeface="Calibri" panose="020F0502020204030204"/>
                <a:ea typeface="Calibri" panose="020F0502020204030204"/>
                <a:cs typeface="Calibri" panose="020F0502020204030204"/>
                <a:sym typeface="Calibri" panose="020F0502020204030204"/>
              </a:rPr>
              <a:t>public class TaskController {</a:t>
            </a:r>
            <a:endParaRPr sz="160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i="0" u="none" strike="noStrike" cap="none">
                <a:solidFill>
                  <a:schemeClr val="dk1"/>
                </a:solidFill>
                <a:latin typeface="Calibri" panose="020F0502020204030204"/>
                <a:ea typeface="Calibri" panose="020F0502020204030204"/>
                <a:cs typeface="Calibri" panose="020F0502020204030204"/>
                <a:sym typeface="Calibri" panose="020F0502020204030204"/>
              </a:rPr>
              <a:t>    @Autowired</a:t>
            </a:r>
            <a:endParaRPr sz="160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i="0" u="none" strike="noStrike" cap="none">
                <a:solidFill>
                  <a:schemeClr val="dk1"/>
                </a:solidFill>
                <a:latin typeface="Calibri" panose="020F0502020204030204"/>
                <a:ea typeface="Calibri" panose="020F0502020204030204"/>
                <a:cs typeface="Calibri" panose="020F0502020204030204"/>
                <a:sym typeface="Calibri" panose="020F0502020204030204"/>
              </a:rPr>
              <a:t>    private TaskRepository taskRepository;</a:t>
            </a:r>
            <a:endParaRPr sz="160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i="0" u="none" strike="noStrike" cap="none">
                <a:solidFill>
                  <a:schemeClr val="dk1"/>
                </a:solidFill>
                <a:latin typeface="Calibri" panose="020F0502020204030204"/>
                <a:ea typeface="Calibri" panose="020F0502020204030204"/>
                <a:cs typeface="Calibri" panose="020F0502020204030204"/>
                <a:sym typeface="Calibri" panose="020F0502020204030204"/>
              </a:rPr>
              <a:t>    @GetMapping("/")</a:t>
            </a:r>
            <a:endParaRPr sz="160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i="0" u="none" strike="noStrike" cap="none">
                <a:solidFill>
                  <a:schemeClr val="dk1"/>
                </a:solidFill>
                <a:latin typeface="Calibri" panose="020F0502020204030204"/>
                <a:ea typeface="Calibri" panose="020F0502020204030204"/>
                <a:cs typeface="Calibri" panose="020F0502020204030204"/>
                <a:sym typeface="Calibri" panose="020F0502020204030204"/>
              </a:rPr>
              <a:t>    public String listTasks(Model model) {</a:t>
            </a:r>
            <a:endParaRPr sz="160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i="0" u="none" strike="noStrike" cap="none">
                <a:solidFill>
                  <a:schemeClr val="dk1"/>
                </a:solidFill>
                <a:latin typeface="Calibri" panose="020F0502020204030204"/>
                <a:ea typeface="Calibri" panose="020F0502020204030204"/>
                <a:cs typeface="Calibri" panose="020F0502020204030204"/>
                <a:sym typeface="Calibri" panose="020F0502020204030204"/>
              </a:rPr>
              <a:t>        model.addAttribute("tasks", taskRepository.findAll());</a:t>
            </a:r>
            <a:endParaRPr sz="160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i="0" u="none" strike="noStrike" cap="none">
                <a:solidFill>
                  <a:schemeClr val="dk1"/>
                </a:solidFill>
                <a:latin typeface="Calibri" panose="020F0502020204030204"/>
                <a:ea typeface="Calibri" panose="020F0502020204030204"/>
                <a:cs typeface="Calibri" panose="020F0502020204030204"/>
                <a:sym typeface="Calibri" panose="020F0502020204030204"/>
              </a:rPr>
              <a:t>        return "task-list"; // Thymeleaf template name</a:t>
            </a:r>
            <a:endParaRPr sz="160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i="0" u="none" strike="noStrike" cap="none">
                <a:solidFill>
                  <a:schemeClr val="dk1"/>
                </a:solidFill>
                <a:latin typeface="Calibri" panose="020F0502020204030204"/>
                <a:ea typeface="Calibri" panose="020F0502020204030204"/>
                <a:cs typeface="Calibri" panose="020F0502020204030204"/>
                <a:sym typeface="Calibri" panose="020F0502020204030204"/>
              </a:rPr>
              <a:t>    }</a:t>
            </a:r>
            <a:endParaRPr sz="160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i="0" u="none" strike="noStrike" cap="none">
                <a:solidFill>
                  <a:schemeClr val="dk1"/>
                </a:solidFill>
                <a:latin typeface="Calibri" panose="020F0502020204030204"/>
                <a:ea typeface="Calibri" panose="020F0502020204030204"/>
                <a:cs typeface="Calibri" panose="020F0502020204030204"/>
                <a:sym typeface="Calibri" panose="020F0502020204030204"/>
              </a:rPr>
              <a:t>    // ... other methods for create, update, delete</a:t>
            </a:r>
            <a:endParaRPr sz="160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i="0" u="none" strike="noStrike" cap="none">
                <a:solidFill>
                  <a:schemeClr val="dk1"/>
                </a:solidFill>
                <a:latin typeface="Calibri" panose="020F0502020204030204"/>
                <a:ea typeface="Calibri" panose="020F0502020204030204"/>
                <a:cs typeface="Calibri" panose="020F0502020204030204"/>
                <a:sym typeface="Calibri" panose="020F0502020204030204"/>
              </a:rPr>
              <a:t>}</a:t>
            </a:r>
            <a:endParaRPr sz="160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48603" name="Google Shape;112;p3"/>
          <p:cNvSpPr/>
          <p:nvPr/>
        </p:nvSpPr>
        <p:spPr>
          <a:xfrm>
            <a:off x="1270" y="1533208"/>
            <a:ext cx="9144000" cy="642937"/>
          </a:xfrm>
          <a:prstGeom prst="rect">
            <a:avLst/>
          </a:prstGeom>
          <a:solidFill>
            <a:srgbClr val="1F497D"/>
          </a:solidFill>
          <a:ln>
            <a:noFill/>
          </a:ln>
        </p:spPr>
        <p:txBody>
          <a:bodyPr spcFirstLastPara="1" wrap="square" lIns="91425" tIns="45700" rIns="91425" bIns="45700" anchor="ctr" anchorCtr="0">
            <a:noAutofit/>
          </a:bodyPr>
          <a:p>
            <a:pPr marL="0" marR="0" lvl="0" indent="0" algn="ctr" rtl="0">
              <a:spcBef>
                <a:spcPts val="0"/>
              </a:spcBef>
              <a:spcAft>
                <a:spcPts val="0"/>
              </a:spcAft>
              <a:buClr>
                <a:schemeClr val="dk1"/>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048604" name="Google Shape;113;p3"/>
          <p:cNvSpPr/>
          <p:nvPr/>
        </p:nvSpPr>
        <p:spPr>
          <a:xfrm>
            <a:off x="190500" y="1687513"/>
            <a:ext cx="8763000" cy="554037"/>
          </a:xfrm>
          <a:prstGeom prst="rect">
            <a:avLst/>
          </a:prstGeom>
          <a:noFill/>
          <a:ln>
            <a:noFill/>
          </a:ln>
        </p:spPr>
        <p:txBody>
          <a:bodyPr spcFirstLastPara="1" wrap="square" lIns="91425" tIns="45700" rIns="91425" bIns="45700" anchor="t" anchorCtr="0">
            <a:noAutofit/>
          </a:bodyPr>
          <a:p>
            <a:pPr marL="0" marR="0" lvl="0" indent="0" algn="l" rtl="0">
              <a:spcBef>
                <a:spcPts val="0"/>
              </a:spcBef>
              <a:spcAft>
                <a:spcPts val="0"/>
              </a:spcAft>
              <a:buClr>
                <a:schemeClr val="lt1"/>
              </a:buClr>
              <a:buSzPts val="3000"/>
              <a:buFont typeface="Arial" panose="020B0604020202020204"/>
              <a:buNone/>
            </a:pPr>
            <a:r>
              <a:rPr lang="en-IN" sz="3000" b="1" i="0" u="none" strike="noStrike" cap="none">
                <a:solidFill>
                  <a:schemeClr val="lt1"/>
                </a:solidFill>
                <a:latin typeface="Calibri" panose="020F0502020204030204"/>
                <a:ea typeface="Calibri" panose="020F0502020204030204"/>
                <a:cs typeface="Calibri" panose="020F0502020204030204"/>
                <a:sym typeface="Calibri" panose="020F0502020204030204"/>
              </a:rPr>
              <a:t>Building a Spring Boot Web Application</a:t>
            </a:r>
            <a:endParaRPr lang="en-IN" sz="3000" b="1"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00" name="Shape 108"/>
        <p:cNvGrpSpPr/>
        <p:nvPr/>
      </p:nvGrpSpPr>
      <p:grpSpPr>
        <a:xfrm>
          <a:off x="0" y="0"/>
          <a:ext cx="0" cy="0"/>
          <a:chOff x="0" y="0"/>
          <a:chExt cx="0" cy="0"/>
        </a:xfrm>
      </p:grpSpPr>
      <p:pic>
        <p:nvPicPr>
          <p:cNvPr id="2097156" name="Google Shape;109;p3" descr="C:\Users\parul\Desktop\Digital Learning Content.png"/>
          <p:cNvPicPr preferRelativeResize="0"/>
          <p:nvPr/>
        </p:nvPicPr>
        <p:blipFill rotWithShape="1">
          <a:blip r:embed="rId1"/>
          <a:srcRect/>
          <a:stretch>
            <a:fillRect/>
          </a:stretch>
        </p:blipFill>
        <p:spPr>
          <a:xfrm>
            <a:off x="0" y="0"/>
            <a:ext cx="9144000" cy="6900863"/>
          </a:xfrm>
          <a:prstGeom prst="rect">
            <a:avLst/>
          </a:prstGeom>
          <a:noFill/>
          <a:ln>
            <a:noFill/>
          </a:ln>
        </p:spPr>
      </p:pic>
      <p:pic>
        <p:nvPicPr>
          <p:cNvPr id="2097157" name="Google Shape;110;p3" descr="C:\Users\parul\Desktop\Untitled-1.png"/>
          <p:cNvPicPr preferRelativeResize="0"/>
          <p:nvPr/>
        </p:nvPicPr>
        <p:blipFill rotWithShape="1">
          <a:blip r:embed="rId2"/>
          <a:srcRect/>
          <a:stretch>
            <a:fillRect/>
          </a:stretch>
        </p:blipFill>
        <p:spPr>
          <a:xfrm>
            <a:off x="1857375" y="3071813"/>
            <a:ext cx="5430838" cy="2803525"/>
          </a:xfrm>
          <a:prstGeom prst="rect">
            <a:avLst/>
          </a:prstGeom>
          <a:noFill/>
          <a:ln>
            <a:noFill/>
          </a:ln>
        </p:spPr>
      </p:pic>
      <p:sp>
        <p:nvSpPr>
          <p:cNvPr id="1048602" name="Google Shape;111;p3"/>
          <p:cNvSpPr txBox="1"/>
          <p:nvPr/>
        </p:nvSpPr>
        <p:spPr>
          <a:xfrm>
            <a:off x="122555" y="2294890"/>
            <a:ext cx="8558213" cy="4337050"/>
          </a:xfrm>
          <a:prstGeom prst="rect">
            <a:avLst/>
          </a:prstGeom>
          <a:noFill/>
          <a:ln>
            <a:noFill/>
          </a:ln>
        </p:spPr>
        <p:txBody>
          <a:bodyPr spcFirstLastPara="1" wrap="square" lIns="91425" tIns="45700" rIns="91425" bIns="45700" anchor="t" anchorCtr="0">
            <a:spAutoFit/>
          </a:bodyPr>
          <a:p>
            <a:pPr marL="0" marR="0" lvl="0" indent="0" algn="l" rtl="0">
              <a:spcBef>
                <a:spcPts val="480"/>
              </a:spcBef>
              <a:spcAft>
                <a:spcPts val="0"/>
              </a:spcAft>
              <a:buClr>
                <a:schemeClr val="dk1"/>
              </a:buClr>
              <a:buSzPts val="2400"/>
              <a:buFont typeface="Arial" panose="020B0604020202020204"/>
              <a:buNone/>
            </a:pPr>
            <a:r>
              <a:rPr sz="1600" b="1" i="0" u="none" strike="noStrike" cap="none">
                <a:solidFill>
                  <a:schemeClr val="dk1"/>
                </a:solidFill>
                <a:latin typeface="Calibri" panose="020F0502020204030204"/>
                <a:ea typeface="Calibri" panose="020F0502020204030204"/>
                <a:cs typeface="Calibri" panose="020F0502020204030204"/>
                <a:sym typeface="Calibri" panose="020F0502020204030204"/>
              </a:rPr>
              <a:t>Thymeleaf Template (task-list.html)</a:t>
            </a:r>
            <a:endParaRPr sz="1600" b="1"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i="0" u="none" strike="noStrike" cap="none">
                <a:solidFill>
                  <a:schemeClr val="dk1"/>
                </a:solidFill>
                <a:latin typeface="Calibri" panose="020F0502020204030204"/>
                <a:ea typeface="Calibri" panose="020F0502020204030204"/>
                <a:cs typeface="Calibri" panose="020F0502020204030204"/>
                <a:sym typeface="Calibri" panose="020F0502020204030204"/>
              </a:rPr>
              <a:t>HTML</a:t>
            </a:r>
            <a:endParaRPr sz="160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i="0" u="none" strike="noStrike" cap="none">
                <a:solidFill>
                  <a:schemeClr val="dk1"/>
                </a:solidFill>
                <a:latin typeface="Calibri" panose="020F0502020204030204"/>
                <a:ea typeface="Calibri" panose="020F0502020204030204"/>
                <a:cs typeface="Calibri" panose="020F0502020204030204"/>
                <a:sym typeface="Calibri" panose="020F0502020204030204"/>
              </a:rPr>
              <a:t>&lt;!DOCTYPE html&gt;</a:t>
            </a:r>
            <a:endParaRPr sz="160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i="0" u="none" strike="noStrike" cap="none">
                <a:solidFill>
                  <a:schemeClr val="dk1"/>
                </a:solidFill>
                <a:latin typeface="Calibri" panose="020F0502020204030204"/>
                <a:ea typeface="Calibri" panose="020F0502020204030204"/>
                <a:cs typeface="Calibri" panose="020F0502020204030204"/>
                <a:sym typeface="Calibri" panose="020F0502020204030204"/>
              </a:rPr>
              <a:t>&lt;html xmlns:th="http://www.thymeleaf.org"&gt;</a:t>
            </a:r>
            <a:endParaRPr sz="160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i="0" u="none" strike="noStrike" cap="none">
                <a:solidFill>
                  <a:schemeClr val="dk1"/>
                </a:solidFill>
                <a:latin typeface="Calibri" panose="020F0502020204030204"/>
                <a:ea typeface="Calibri" panose="020F0502020204030204"/>
                <a:cs typeface="Calibri" panose="020F0502020204030204"/>
                <a:sym typeface="Calibri" panose="020F0502020204030204"/>
              </a:rPr>
              <a:t>&lt;head&gt;</a:t>
            </a:r>
            <a:endParaRPr sz="160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i="0" u="none" strike="noStrike" cap="none">
                <a:solidFill>
                  <a:schemeClr val="dk1"/>
                </a:solidFill>
                <a:latin typeface="Calibri" panose="020F0502020204030204"/>
                <a:ea typeface="Calibri" panose="020F0502020204030204"/>
                <a:cs typeface="Calibri" panose="020F0502020204030204"/>
                <a:sym typeface="Calibri" panose="020F0502020204030204"/>
              </a:rPr>
              <a:t>    &lt;title&gt;Task List&lt;/title&gt;</a:t>
            </a:r>
            <a:endParaRPr sz="160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i="0" u="none" strike="noStrike" cap="none">
                <a:solidFill>
                  <a:schemeClr val="dk1"/>
                </a:solidFill>
                <a:latin typeface="Calibri" panose="020F0502020204030204"/>
                <a:ea typeface="Calibri" panose="020F0502020204030204"/>
                <a:cs typeface="Calibri" panose="020F0502020204030204"/>
                <a:sym typeface="Calibri" panose="020F0502020204030204"/>
              </a:rPr>
              <a:t>&lt;/head&gt;</a:t>
            </a:r>
            <a:endParaRPr sz="160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i="0" u="none" strike="noStrike" cap="none">
                <a:solidFill>
                  <a:schemeClr val="dk1"/>
                </a:solidFill>
                <a:latin typeface="Calibri" panose="020F0502020204030204"/>
                <a:ea typeface="Calibri" panose="020F0502020204030204"/>
                <a:cs typeface="Calibri" panose="020F0502020204030204"/>
                <a:sym typeface="Calibri" panose="020F0502020204030204"/>
              </a:rPr>
              <a:t>&lt;body&gt;</a:t>
            </a:r>
            <a:endParaRPr sz="160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i="0" u="none" strike="noStrike" cap="none">
                <a:solidFill>
                  <a:schemeClr val="dk1"/>
                </a:solidFill>
                <a:latin typeface="Calibri" panose="020F0502020204030204"/>
                <a:ea typeface="Calibri" panose="020F0502020204030204"/>
                <a:cs typeface="Calibri" panose="020F0502020204030204"/>
                <a:sym typeface="Calibri" panose="020F0502020204030204"/>
              </a:rPr>
              <a:t>    &lt;h1&gt;Tasks&lt;/h1&gt;</a:t>
            </a:r>
            <a:endParaRPr sz="160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i="0" u="none" strike="noStrike" cap="none">
                <a:solidFill>
                  <a:schemeClr val="dk1"/>
                </a:solidFill>
                <a:latin typeface="Calibri" panose="020F0502020204030204"/>
                <a:ea typeface="Calibri" panose="020F0502020204030204"/>
                <a:cs typeface="Calibri" panose="020F0502020204030204"/>
                <a:sym typeface="Calibri" panose="020F0502020204030204"/>
              </a:rPr>
              <a:t>    &lt;ul th:each="task : ${tasks}"&gt;</a:t>
            </a:r>
            <a:endParaRPr sz="160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i="0" u="none" strike="noStrike" cap="none">
                <a:solidFill>
                  <a:schemeClr val="dk1"/>
                </a:solidFill>
                <a:latin typeface="Calibri" panose="020F0502020204030204"/>
                <a:ea typeface="Calibri" panose="020F0502020204030204"/>
                <a:cs typeface="Calibri" panose="020F0502020204030204"/>
                <a:sym typeface="Calibri" panose="020F0502020204030204"/>
              </a:rPr>
              <a:t>        &lt;li th:text="${task.description}"&gt;&lt;/li&gt; </a:t>
            </a:r>
            <a:endParaRPr sz="160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i="0" u="none" strike="noStrike" cap="none">
                <a:solidFill>
                  <a:schemeClr val="dk1"/>
                </a:solidFill>
                <a:latin typeface="Calibri" panose="020F0502020204030204"/>
                <a:ea typeface="Calibri" panose="020F0502020204030204"/>
                <a:cs typeface="Calibri" panose="020F0502020204030204"/>
                <a:sym typeface="Calibri" panose="020F0502020204030204"/>
              </a:rPr>
              <a:t>    &lt;/ul&gt;</a:t>
            </a:r>
            <a:endParaRPr sz="160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i="0" u="none" strike="noStrike" cap="none">
                <a:solidFill>
                  <a:schemeClr val="dk1"/>
                </a:solidFill>
                <a:latin typeface="Calibri" panose="020F0502020204030204"/>
                <a:ea typeface="Calibri" panose="020F0502020204030204"/>
                <a:cs typeface="Calibri" panose="020F0502020204030204"/>
                <a:sym typeface="Calibri" panose="020F0502020204030204"/>
              </a:rPr>
              <a:t>&lt;/body&gt;</a:t>
            </a:r>
            <a:endParaRPr sz="160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i="0" u="none" strike="noStrike" cap="none">
                <a:solidFill>
                  <a:schemeClr val="dk1"/>
                </a:solidFill>
                <a:latin typeface="Calibri" panose="020F0502020204030204"/>
                <a:ea typeface="Calibri" panose="020F0502020204030204"/>
                <a:cs typeface="Calibri" panose="020F0502020204030204"/>
                <a:sym typeface="Calibri" panose="020F0502020204030204"/>
              </a:rPr>
              <a:t>&lt;/html&gt;</a:t>
            </a:r>
            <a:endParaRPr sz="160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48603" name="Google Shape;112;p3"/>
          <p:cNvSpPr/>
          <p:nvPr/>
        </p:nvSpPr>
        <p:spPr>
          <a:xfrm>
            <a:off x="1270" y="1533208"/>
            <a:ext cx="9144000" cy="642937"/>
          </a:xfrm>
          <a:prstGeom prst="rect">
            <a:avLst/>
          </a:prstGeom>
          <a:solidFill>
            <a:srgbClr val="1F497D"/>
          </a:solidFill>
          <a:ln>
            <a:noFill/>
          </a:ln>
        </p:spPr>
        <p:txBody>
          <a:bodyPr spcFirstLastPara="1" wrap="square" lIns="91425" tIns="45700" rIns="91425" bIns="45700" anchor="ctr" anchorCtr="0">
            <a:noAutofit/>
          </a:bodyPr>
          <a:p>
            <a:pPr marL="0" marR="0" lvl="0" indent="0" algn="ctr" rtl="0">
              <a:spcBef>
                <a:spcPts val="0"/>
              </a:spcBef>
              <a:spcAft>
                <a:spcPts val="0"/>
              </a:spcAft>
              <a:buClr>
                <a:schemeClr val="dk1"/>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048604" name="Google Shape;113;p3"/>
          <p:cNvSpPr/>
          <p:nvPr/>
        </p:nvSpPr>
        <p:spPr>
          <a:xfrm>
            <a:off x="190500" y="1687513"/>
            <a:ext cx="8763000" cy="554037"/>
          </a:xfrm>
          <a:prstGeom prst="rect">
            <a:avLst/>
          </a:prstGeom>
          <a:noFill/>
          <a:ln>
            <a:noFill/>
          </a:ln>
        </p:spPr>
        <p:txBody>
          <a:bodyPr spcFirstLastPara="1" wrap="square" lIns="91425" tIns="45700" rIns="91425" bIns="45700" anchor="t" anchorCtr="0">
            <a:noAutofit/>
          </a:bodyPr>
          <a:p>
            <a:pPr marL="0" marR="0" lvl="0" indent="0" algn="l" rtl="0">
              <a:spcBef>
                <a:spcPts val="0"/>
              </a:spcBef>
              <a:spcAft>
                <a:spcPts val="0"/>
              </a:spcAft>
              <a:buClr>
                <a:schemeClr val="lt1"/>
              </a:buClr>
              <a:buSzPts val="3000"/>
              <a:buFont typeface="Arial" panose="020B0604020202020204"/>
              <a:buNone/>
            </a:pPr>
            <a:r>
              <a:rPr lang="en-IN" sz="3000" b="1" i="0" u="none" strike="noStrike" cap="none">
                <a:solidFill>
                  <a:schemeClr val="lt1"/>
                </a:solidFill>
                <a:latin typeface="Calibri" panose="020F0502020204030204"/>
                <a:ea typeface="Calibri" panose="020F0502020204030204"/>
                <a:cs typeface="Calibri" panose="020F0502020204030204"/>
                <a:sym typeface="Calibri" panose="020F0502020204030204"/>
              </a:rPr>
              <a:t>Building a Spring Boot Web Application</a:t>
            </a:r>
            <a:endParaRPr lang="en-IN" sz="3000" b="1"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00" name="Shape 108"/>
        <p:cNvGrpSpPr/>
        <p:nvPr/>
      </p:nvGrpSpPr>
      <p:grpSpPr>
        <a:xfrm>
          <a:off x="0" y="0"/>
          <a:ext cx="0" cy="0"/>
          <a:chOff x="0" y="0"/>
          <a:chExt cx="0" cy="0"/>
        </a:xfrm>
      </p:grpSpPr>
      <p:pic>
        <p:nvPicPr>
          <p:cNvPr id="2097156" name="Google Shape;109;p3" descr="C:\Users\parul\Desktop\Digital Learning Content.png"/>
          <p:cNvPicPr preferRelativeResize="0"/>
          <p:nvPr/>
        </p:nvPicPr>
        <p:blipFill rotWithShape="1">
          <a:blip r:embed="rId1"/>
          <a:srcRect/>
          <a:stretch>
            <a:fillRect/>
          </a:stretch>
        </p:blipFill>
        <p:spPr>
          <a:xfrm>
            <a:off x="0" y="0"/>
            <a:ext cx="9144000" cy="6900863"/>
          </a:xfrm>
          <a:prstGeom prst="rect">
            <a:avLst/>
          </a:prstGeom>
          <a:noFill/>
          <a:ln>
            <a:noFill/>
          </a:ln>
        </p:spPr>
      </p:pic>
      <p:pic>
        <p:nvPicPr>
          <p:cNvPr id="2097157" name="Google Shape;110;p3" descr="C:\Users\parul\Desktop\Untitled-1.png"/>
          <p:cNvPicPr preferRelativeResize="0"/>
          <p:nvPr/>
        </p:nvPicPr>
        <p:blipFill rotWithShape="1">
          <a:blip r:embed="rId2"/>
          <a:srcRect/>
          <a:stretch>
            <a:fillRect/>
          </a:stretch>
        </p:blipFill>
        <p:spPr>
          <a:xfrm>
            <a:off x="1857375" y="3071813"/>
            <a:ext cx="5430838" cy="2803525"/>
          </a:xfrm>
          <a:prstGeom prst="rect">
            <a:avLst/>
          </a:prstGeom>
          <a:noFill/>
          <a:ln>
            <a:noFill/>
          </a:ln>
        </p:spPr>
      </p:pic>
      <p:sp>
        <p:nvSpPr>
          <p:cNvPr id="1048602" name="Google Shape;111;p3"/>
          <p:cNvSpPr txBox="1"/>
          <p:nvPr/>
        </p:nvSpPr>
        <p:spPr>
          <a:xfrm>
            <a:off x="122555" y="2294890"/>
            <a:ext cx="8558213" cy="3598545"/>
          </a:xfrm>
          <a:prstGeom prst="rect">
            <a:avLst/>
          </a:prstGeom>
          <a:noFill/>
          <a:ln>
            <a:noFill/>
          </a:ln>
        </p:spPr>
        <p:txBody>
          <a:bodyPr spcFirstLastPara="1" wrap="square" lIns="91425" tIns="45700" rIns="91425" bIns="45700" anchor="t" anchorCtr="0">
            <a:spAutoFit/>
          </a:bodyPr>
          <a:p>
            <a:pPr marL="0" marR="0" lvl="0" indent="0" algn="l" rtl="0">
              <a:spcBef>
                <a:spcPts val="480"/>
              </a:spcBef>
              <a:spcAft>
                <a:spcPts val="0"/>
              </a:spcAft>
              <a:buClr>
                <a:schemeClr val="dk1"/>
              </a:buClr>
              <a:buSzPts val="2400"/>
              <a:buFont typeface="Arial" panose="020B0604020202020204"/>
              <a:buNone/>
            </a:pPr>
            <a:r>
              <a:rPr sz="1600" b="1" i="0" u="none" strike="noStrike" cap="none">
                <a:solidFill>
                  <a:schemeClr val="dk1"/>
                </a:solidFill>
                <a:latin typeface="Calibri" panose="020F0502020204030204"/>
                <a:ea typeface="Calibri" panose="020F0502020204030204"/>
                <a:cs typeface="Calibri" panose="020F0502020204030204"/>
                <a:sym typeface="Calibri" panose="020F0502020204030204"/>
              </a:rPr>
              <a:t>Explanation:</a:t>
            </a:r>
            <a:endParaRPr sz="1600" b="1"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i="0" u="none" strike="noStrike" cap="none">
                <a:solidFill>
                  <a:schemeClr val="dk1"/>
                </a:solidFill>
                <a:latin typeface="Calibri" panose="020F0502020204030204"/>
                <a:ea typeface="Calibri" panose="020F0502020204030204"/>
                <a:cs typeface="Calibri" panose="020F0502020204030204"/>
                <a:sym typeface="Calibri" panose="020F0502020204030204"/>
              </a:rPr>
              <a:t>@Controller: Marks the class as a Spring MVC controller.</a:t>
            </a:r>
            <a:endParaRPr sz="160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i="0" u="none" strike="noStrike" cap="none">
                <a:solidFill>
                  <a:schemeClr val="dk1"/>
                </a:solidFill>
                <a:latin typeface="Calibri" panose="020F0502020204030204"/>
                <a:ea typeface="Calibri" panose="020F0502020204030204"/>
                <a:cs typeface="Calibri" panose="020F0502020204030204"/>
                <a:sym typeface="Calibri" panose="020F0502020204030204"/>
              </a:rPr>
              <a:t>@Autowired: Injects the TaskRepository into the controller.</a:t>
            </a:r>
            <a:endParaRPr sz="160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i="0" u="none" strike="noStrike" cap="none">
                <a:solidFill>
                  <a:schemeClr val="dk1"/>
                </a:solidFill>
                <a:latin typeface="Calibri" panose="020F0502020204030204"/>
                <a:ea typeface="Calibri" panose="020F0502020204030204"/>
                <a:cs typeface="Calibri" panose="020F0502020204030204"/>
                <a:sym typeface="Calibri" panose="020F0502020204030204"/>
              </a:rPr>
              <a:t>@GetMapping("/"): Maps the root URL ("/") to the listTasks method.</a:t>
            </a:r>
            <a:endParaRPr sz="160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i="0" u="none" strike="noStrike" cap="none">
                <a:solidFill>
                  <a:schemeClr val="dk1"/>
                </a:solidFill>
                <a:latin typeface="Calibri" panose="020F0502020204030204"/>
                <a:ea typeface="Calibri" panose="020F0502020204030204"/>
                <a:cs typeface="Calibri" panose="020F0502020204030204"/>
                <a:sym typeface="Calibri" panose="020F0502020204030204"/>
              </a:rPr>
              <a:t>listTasks: Fetches all tasks from the repository, adds them to the Model, and returns the name of the Thymeleaf template to render.</a:t>
            </a:r>
            <a:endParaRPr sz="160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b="1" i="0" u="none" strike="noStrike" cap="none">
                <a:solidFill>
                  <a:schemeClr val="dk1"/>
                </a:solidFill>
                <a:latin typeface="Calibri" panose="020F0502020204030204"/>
                <a:ea typeface="Calibri" panose="020F0502020204030204"/>
                <a:cs typeface="Calibri" panose="020F0502020204030204"/>
                <a:sym typeface="Calibri" panose="020F0502020204030204"/>
              </a:rPr>
              <a:t>Thymeleaf Template: </a:t>
            </a:r>
            <a:r>
              <a:rPr sz="1600" i="0" u="none" strike="noStrike" cap="none">
                <a:solidFill>
                  <a:schemeClr val="dk1"/>
                </a:solidFill>
                <a:latin typeface="Calibri" panose="020F0502020204030204"/>
                <a:ea typeface="Calibri" panose="020F0502020204030204"/>
                <a:cs typeface="Calibri" panose="020F0502020204030204"/>
                <a:sym typeface="Calibri" panose="020F0502020204030204"/>
              </a:rPr>
              <a:t>Iterates over the tasks in the model and displays their descriptions.</a:t>
            </a:r>
            <a:endParaRPr sz="1600" b="1"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b="1" i="0" u="none" strike="noStrike" cap="none">
                <a:solidFill>
                  <a:schemeClr val="dk1"/>
                </a:solidFill>
                <a:latin typeface="Calibri" panose="020F0502020204030204"/>
                <a:ea typeface="Calibri" panose="020F0502020204030204"/>
                <a:cs typeface="Calibri" panose="020F0502020204030204"/>
                <a:sym typeface="Calibri" panose="020F0502020204030204"/>
              </a:rPr>
              <a:t>Running the Application:</a:t>
            </a:r>
            <a:endParaRPr sz="1600" b="1"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b="1" i="0" u="none" strike="noStrike" cap="none">
                <a:solidFill>
                  <a:schemeClr val="dk1"/>
                </a:solidFill>
                <a:latin typeface="Calibri" panose="020F0502020204030204"/>
                <a:ea typeface="Calibri" panose="020F0502020204030204"/>
                <a:cs typeface="Calibri" panose="020F0502020204030204"/>
                <a:sym typeface="Calibri" panose="020F0502020204030204"/>
              </a:rPr>
              <a:t>Run:</a:t>
            </a:r>
            <a:r>
              <a:rPr sz="1600" i="0" u="none" strike="noStrike" cap="none">
                <a:solidFill>
                  <a:schemeClr val="dk1"/>
                </a:solidFill>
                <a:latin typeface="Calibri" panose="020F0502020204030204"/>
                <a:ea typeface="Calibri" panose="020F0502020204030204"/>
                <a:cs typeface="Calibri" panose="020F0502020204030204"/>
                <a:sym typeface="Calibri" panose="020F0502020204030204"/>
              </a:rPr>
              <a:t> Start your Spring Boot application (e.g., mvn spring-boot:run).</a:t>
            </a:r>
            <a:endParaRPr sz="160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b="1" i="0" u="none" strike="noStrike" cap="none">
                <a:solidFill>
                  <a:schemeClr val="dk1"/>
                </a:solidFill>
                <a:latin typeface="Calibri" panose="020F0502020204030204"/>
                <a:ea typeface="Calibri" panose="020F0502020204030204"/>
                <a:cs typeface="Calibri" panose="020F0502020204030204"/>
                <a:sym typeface="Calibri" panose="020F0502020204030204"/>
              </a:rPr>
              <a:t>Access:</a:t>
            </a:r>
            <a:r>
              <a:rPr sz="1600" i="0" u="none" strike="noStrike" cap="none">
                <a:solidFill>
                  <a:schemeClr val="dk1"/>
                </a:solidFill>
                <a:latin typeface="Calibri" panose="020F0502020204030204"/>
                <a:ea typeface="Calibri" panose="020F0502020204030204"/>
                <a:cs typeface="Calibri" panose="020F0502020204030204"/>
                <a:sym typeface="Calibri" panose="020F0502020204030204"/>
              </a:rPr>
              <a:t> Open your browser and navigate to http://localhost:8080/.</a:t>
            </a:r>
            <a:endParaRPr sz="160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i="0" u="none" strike="noStrike" cap="none">
                <a:solidFill>
                  <a:schemeClr val="dk1"/>
                </a:solidFill>
                <a:latin typeface="Calibri" panose="020F0502020204030204"/>
                <a:ea typeface="Calibri" panose="020F0502020204030204"/>
                <a:cs typeface="Calibri" panose="020F0502020204030204"/>
                <a:sym typeface="Calibri" panose="020F0502020204030204"/>
              </a:rPr>
              <a:t>You should see a simple webpage listing all the tasks you've added. You can now extend this to implement the create, update, and delete functionality.</a:t>
            </a:r>
            <a:endParaRPr sz="160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48603" name="Google Shape;112;p3"/>
          <p:cNvSpPr/>
          <p:nvPr/>
        </p:nvSpPr>
        <p:spPr>
          <a:xfrm>
            <a:off x="1270" y="1533208"/>
            <a:ext cx="9144000" cy="642937"/>
          </a:xfrm>
          <a:prstGeom prst="rect">
            <a:avLst/>
          </a:prstGeom>
          <a:solidFill>
            <a:srgbClr val="1F497D"/>
          </a:solidFill>
          <a:ln>
            <a:noFill/>
          </a:ln>
        </p:spPr>
        <p:txBody>
          <a:bodyPr spcFirstLastPara="1" wrap="square" lIns="91425" tIns="45700" rIns="91425" bIns="45700" anchor="ctr" anchorCtr="0">
            <a:noAutofit/>
          </a:bodyPr>
          <a:p>
            <a:pPr marL="0" marR="0" lvl="0" indent="0" algn="ctr" rtl="0">
              <a:spcBef>
                <a:spcPts val="0"/>
              </a:spcBef>
              <a:spcAft>
                <a:spcPts val="0"/>
              </a:spcAft>
              <a:buClr>
                <a:schemeClr val="dk1"/>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048604" name="Google Shape;113;p3"/>
          <p:cNvSpPr/>
          <p:nvPr/>
        </p:nvSpPr>
        <p:spPr>
          <a:xfrm>
            <a:off x="190500" y="1687513"/>
            <a:ext cx="8763000" cy="554037"/>
          </a:xfrm>
          <a:prstGeom prst="rect">
            <a:avLst/>
          </a:prstGeom>
          <a:noFill/>
          <a:ln>
            <a:noFill/>
          </a:ln>
        </p:spPr>
        <p:txBody>
          <a:bodyPr spcFirstLastPara="1" wrap="square" lIns="91425" tIns="45700" rIns="91425" bIns="45700" anchor="t" anchorCtr="0">
            <a:noAutofit/>
          </a:bodyPr>
          <a:p>
            <a:pPr marL="0" marR="0" lvl="0" indent="0" algn="l" rtl="0">
              <a:spcBef>
                <a:spcPts val="0"/>
              </a:spcBef>
              <a:spcAft>
                <a:spcPts val="0"/>
              </a:spcAft>
              <a:buClr>
                <a:schemeClr val="lt1"/>
              </a:buClr>
              <a:buSzPts val="3000"/>
              <a:buFont typeface="Arial" panose="020B0604020202020204"/>
              <a:buNone/>
            </a:pPr>
            <a:r>
              <a:rPr lang="en-IN" sz="3000" b="1" i="0" u="none" strike="noStrike" cap="none">
                <a:solidFill>
                  <a:schemeClr val="lt1"/>
                </a:solidFill>
                <a:latin typeface="Calibri" panose="020F0502020204030204"/>
                <a:ea typeface="Calibri" panose="020F0502020204030204"/>
                <a:cs typeface="Calibri" panose="020F0502020204030204"/>
                <a:sym typeface="Calibri" panose="020F0502020204030204"/>
              </a:rPr>
              <a:t>Building a Spring Boot Web Application</a:t>
            </a:r>
            <a:endParaRPr lang="en-IN" sz="3000" b="1"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00" name="Shape 108"/>
        <p:cNvGrpSpPr/>
        <p:nvPr/>
      </p:nvGrpSpPr>
      <p:grpSpPr>
        <a:xfrm>
          <a:off x="0" y="0"/>
          <a:ext cx="0" cy="0"/>
          <a:chOff x="0" y="0"/>
          <a:chExt cx="0" cy="0"/>
        </a:xfrm>
      </p:grpSpPr>
      <p:pic>
        <p:nvPicPr>
          <p:cNvPr id="2097156" name="Google Shape;109;p3" descr="C:\Users\parul\Desktop\Digital Learning Content.png"/>
          <p:cNvPicPr preferRelativeResize="0"/>
          <p:nvPr/>
        </p:nvPicPr>
        <p:blipFill rotWithShape="1">
          <a:blip r:embed="rId1"/>
          <a:srcRect/>
          <a:stretch>
            <a:fillRect/>
          </a:stretch>
        </p:blipFill>
        <p:spPr>
          <a:xfrm>
            <a:off x="0" y="0"/>
            <a:ext cx="9144000" cy="6900863"/>
          </a:xfrm>
          <a:prstGeom prst="rect">
            <a:avLst/>
          </a:prstGeom>
          <a:noFill/>
          <a:ln>
            <a:noFill/>
          </a:ln>
        </p:spPr>
      </p:pic>
      <p:pic>
        <p:nvPicPr>
          <p:cNvPr id="2097157" name="Google Shape;110;p3" descr="C:\Users\parul\Desktop\Untitled-1.png"/>
          <p:cNvPicPr preferRelativeResize="0"/>
          <p:nvPr/>
        </p:nvPicPr>
        <p:blipFill rotWithShape="1">
          <a:blip r:embed="rId2"/>
          <a:srcRect/>
          <a:stretch>
            <a:fillRect/>
          </a:stretch>
        </p:blipFill>
        <p:spPr>
          <a:xfrm>
            <a:off x="1857375" y="3071813"/>
            <a:ext cx="5430838" cy="2803525"/>
          </a:xfrm>
          <a:prstGeom prst="rect">
            <a:avLst/>
          </a:prstGeom>
          <a:noFill/>
          <a:ln>
            <a:noFill/>
          </a:ln>
        </p:spPr>
      </p:pic>
      <p:sp>
        <p:nvSpPr>
          <p:cNvPr id="1048602" name="Google Shape;111;p3"/>
          <p:cNvSpPr txBox="1"/>
          <p:nvPr/>
        </p:nvSpPr>
        <p:spPr>
          <a:xfrm>
            <a:off x="190500" y="2286000"/>
            <a:ext cx="8558213" cy="890270"/>
          </a:xfrm>
          <a:prstGeom prst="rect">
            <a:avLst/>
          </a:prstGeom>
          <a:noFill/>
          <a:ln>
            <a:noFill/>
          </a:ln>
        </p:spPr>
        <p:txBody>
          <a:bodyPr spcFirstLastPara="1" wrap="square" lIns="91425" tIns="45700" rIns="91425" bIns="45700" anchor="t" anchorCtr="0">
            <a:spAutoFit/>
          </a:bodyPr>
          <a:p>
            <a:pPr marL="0" marR="0" lvl="0" indent="0" algn="l" rtl="0">
              <a:spcBef>
                <a:spcPts val="480"/>
              </a:spcBef>
              <a:spcAft>
                <a:spcPts val="0"/>
              </a:spcAft>
              <a:buClr>
                <a:schemeClr val="dk1"/>
              </a:buClr>
              <a:buSzPts val="2400"/>
              <a:buFont typeface="Arial" panose="020B0604020202020204"/>
              <a:buNone/>
            </a:pPr>
            <a:endParaRPr sz="24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endParaRPr sz="24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48603" name="Google Shape;112;p3"/>
          <p:cNvSpPr/>
          <p:nvPr/>
        </p:nvSpPr>
        <p:spPr>
          <a:xfrm>
            <a:off x="1270" y="1643063"/>
            <a:ext cx="9144000" cy="642937"/>
          </a:xfrm>
          <a:prstGeom prst="rect">
            <a:avLst/>
          </a:prstGeom>
          <a:solidFill>
            <a:srgbClr val="1F497D"/>
          </a:solidFill>
          <a:ln>
            <a:noFill/>
          </a:ln>
        </p:spPr>
        <p:txBody>
          <a:bodyPr spcFirstLastPara="1" wrap="square" lIns="91425" tIns="45700" rIns="91425" bIns="45700" anchor="ctr" anchorCtr="0">
            <a:noAutofit/>
          </a:bodyPr>
          <a:p>
            <a:pPr marL="0" marR="0" lvl="0" indent="0" algn="ctr" rtl="0">
              <a:spcBef>
                <a:spcPts val="0"/>
              </a:spcBef>
              <a:spcAft>
                <a:spcPts val="0"/>
              </a:spcAft>
              <a:buClr>
                <a:schemeClr val="dk1"/>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048604" name="Google Shape;113;p3"/>
          <p:cNvSpPr/>
          <p:nvPr/>
        </p:nvSpPr>
        <p:spPr>
          <a:xfrm>
            <a:off x="190500" y="1687513"/>
            <a:ext cx="8763000" cy="554037"/>
          </a:xfrm>
          <a:prstGeom prst="rect">
            <a:avLst/>
          </a:prstGeom>
          <a:noFill/>
          <a:ln>
            <a:noFill/>
          </a:ln>
        </p:spPr>
        <p:txBody>
          <a:bodyPr spcFirstLastPara="1" wrap="square" lIns="91425" tIns="45700" rIns="91425" bIns="45700" anchor="t" anchorCtr="0">
            <a:noAutofit/>
          </a:bodyPr>
          <a:p>
            <a:pPr marL="0" marR="0" lvl="0" indent="0" algn="l" rtl="0">
              <a:spcBef>
                <a:spcPts val="0"/>
              </a:spcBef>
              <a:spcAft>
                <a:spcPts val="0"/>
              </a:spcAft>
              <a:buClr>
                <a:schemeClr val="lt1"/>
              </a:buClr>
              <a:buSzPts val="3000"/>
              <a:buFont typeface="Arial" panose="020B0604020202020204"/>
              <a:buNone/>
            </a:pPr>
            <a:r>
              <a:rPr lang="en-US" sz="3000">
                <a:solidFill>
                  <a:schemeClr val="bg1"/>
                </a:solidFill>
                <a:sym typeface="+mn-ea"/>
              </a:rPr>
              <a:t>Building a CRUD Applicatio:</a:t>
            </a:r>
            <a:endParaRPr lang="en-US" sz="3000">
              <a:solidFill>
                <a:schemeClr val="bg1"/>
              </a:solidFill>
            </a:endParaRPr>
          </a:p>
          <a:p>
            <a:pPr marL="0" marR="0" lvl="0" indent="0" algn="l" rtl="0">
              <a:spcBef>
                <a:spcPts val="0"/>
              </a:spcBef>
              <a:spcAft>
                <a:spcPts val="0"/>
              </a:spcAft>
              <a:buClr>
                <a:schemeClr val="lt1"/>
              </a:buClr>
              <a:buSzPts val="3000"/>
              <a:buFont typeface="Arial" panose="020B0604020202020204"/>
              <a:buNone/>
            </a:pPr>
            <a:r>
              <a:rPr lang="en-IN" sz="3000" b="1" i="0" u="none" strike="noStrike" cap="none">
                <a:solidFill>
                  <a:schemeClr val="bg1"/>
                </a:solidFill>
                <a:latin typeface="Calibri" panose="020F0502020204030204"/>
                <a:ea typeface="Calibri" panose="020F0502020204030204"/>
                <a:cs typeface="Calibri" panose="020F0502020204030204"/>
                <a:sym typeface="Calibri" panose="020F0502020204030204"/>
              </a:rPr>
              <a:t> </a:t>
            </a:r>
            <a:endParaRPr lang="en-IN" sz="3000" b="1" i="0" u="none" strike="noStrike" cap="none">
              <a:solidFill>
                <a:schemeClr val="bg1"/>
              </a:solidFill>
              <a:latin typeface="Calibri" panose="020F0502020204030204"/>
              <a:ea typeface="Calibri" panose="020F0502020204030204"/>
              <a:cs typeface="Calibri" panose="020F0502020204030204"/>
              <a:sym typeface="Calibri" panose="020F0502020204030204"/>
            </a:endParaRPr>
          </a:p>
        </p:txBody>
      </p:sp>
      <p:sp>
        <p:nvSpPr>
          <p:cNvPr id="2" name="Text Box 1"/>
          <p:cNvSpPr txBox="1"/>
          <p:nvPr/>
        </p:nvSpPr>
        <p:spPr>
          <a:xfrm>
            <a:off x="394335" y="2717800"/>
            <a:ext cx="7280910" cy="3415030"/>
          </a:xfrm>
          <a:prstGeom prst="rect">
            <a:avLst/>
          </a:prstGeom>
          <a:noFill/>
        </p:spPr>
        <p:txBody>
          <a:bodyPr wrap="square" rtlCol="0">
            <a:spAutoFit/>
          </a:bodyPr>
          <a:p>
            <a:endParaRPr lang="en-US" sz="1800"/>
          </a:p>
          <a:p>
            <a:r>
              <a:rPr lang="en-US" sz="1800"/>
              <a:t>Demo: Live-code a simple CRUD application that:</a:t>
            </a:r>
            <a:endParaRPr lang="en-US" sz="1800"/>
          </a:p>
          <a:p>
            <a:r>
              <a:rPr lang="en-US" sz="1800"/>
              <a:t>Lists all items (GET).</a:t>
            </a:r>
            <a:endParaRPr lang="en-US" sz="1800"/>
          </a:p>
          <a:p>
            <a:r>
              <a:rPr lang="en-US" sz="1800"/>
              <a:t>Shows details of a single item (GET).</a:t>
            </a:r>
            <a:endParaRPr lang="en-US" sz="1800"/>
          </a:p>
          <a:p>
            <a:r>
              <a:rPr lang="en-US" sz="1800"/>
              <a:t>Creates a new item (POST).</a:t>
            </a:r>
            <a:endParaRPr lang="en-US" sz="1800"/>
          </a:p>
          <a:p>
            <a:r>
              <a:rPr lang="en-US" sz="1800"/>
              <a:t>Updates an existing item (PUT/PATCH).</a:t>
            </a:r>
            <a:endParaRPr lang="en-US" sz="1800"/>
          </a:p>
          <a:p>
            <a:r>
              <a:rPr lang="en-US" sz="1800"/>
              <a:t>Deletes an item (DELETE).</a:t>
            </a:r>
            <a:endParaRPr lang="en-US" sz="1800"/>
          </a:p>
          <a:p>
            <a:r>
              <a:rPr lang="en-US" sz="1800"/>
              <a:t>Tech Stack (Example):</a:t>
            </a:r>
            <a:endParaRPr lang="en-US" sz="1800"/>
          </a:p>
          <a:p>
            <a:r>
              <a:rPr lang="en-US" sz="1800"/>
              <a:t>Spring Boot</a:t>
            </a:r>
            <a:endParaRPr lang="en-US" sz="1800"/>
          </a:p>
          <a:p>
            <a:r>
              <a:rPr lang="en-US" sz="1800"/>
              <a:t>Thymeleaf (or your choice)</a:t>
            </a:r>
            <a:endParaRPr lang="en-US" sz="1800"/>
          </a:p>
          <a:p>
            <a:r>
              <a:rPr lang="en-US" sz="1800"/>
              <a:t>H2 database (or your choice)</a:t>
            </a:r>
            <a:endParaRPr lang="en-US" sz="1800"/>
          </a:p>
          <a:p>
            <a:r>
              <a:rPr lang="en-US" sz="1800"/>
              <a:t>Spring Data JPA</a:t>
            </a:r>
            <a:endParaRPr lang="en-US" sz="18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00" name="Shape 108"/>
        <p:cNvGrpSpPr/>
        <p:nvPr/>
      </p:nvGrpSpPr>
      <p:grpSpPr>
        <a:xfrm>
          <a:off x="0" y="0"/>
          <a:ext cx="0" cy="0"/>
          <a:chOff x="0" y="0"/>
          <a:chExt cx="0" cy="0"/>
        </a:xfrm>
      </p:grpSpPr>
      <p:pic>
        <p:nvPicPr>
          <p:cNvPr id="2097156" name="Google Shape;109;p3" descr="C:\Users\parul\Desktop\Digital Learning Content.png"/>
          <p:cNvPicPr preferRelativeResize="0"/>
          <p:nvPr/>
        </p:nvPicPr>
        <p:blipFill rotWithShape="1">
          <a:blip r:embed="rId1"/>
          <a:srcRect/>
          <a:stretch>
            <a:fillRect/>
          </a:stretch>
        </p:blipFill>
        <p:spPr>
          <a:xfrm>
            <a:off x="0" y="0"/>
            <a:ext cx="9144000" cy="6900863"/>
          </a:xfrm>
          <a:prstGeom prst="rect">
            <a:avLst/>
          </a:prstGeom>
          <a:noFill/>
          <a:ln>
            <a:noFill/>
          </a:ln>
        </p:spPr>
      </p:pic>
      <p:pic>
        <p:nvPicPr>
          <p:cNvPr id="2097157" name="Google Shape;110;p3" descr="C:\Users\parul\Desktop\Untitled-1.png"/>
          <p:cNvPicPr preferRelativeResize="0"/>
          <p:nvPr/>
        </p:nvPicPr>
        <p:blipFill rotWithShape="1">
          <a:blip r:embed="rId2"/>
          <a:srcRect/>
          <a:stretch>
            <a:fillRect/>
          </a:stretch>
        </p:blipFill>
        <p:spPr>
          <a:xfrm>
            <a:off x="1857375" y="3071813"/>
            <a:ext cx="5430838" cy="2803525"/>
          </a:xfrm>
          <a:prstGeom prst="rect">
            <a:avLst/>
          </a:prstGeom>
          <a:noFill/>
          <a:ln>
            <a:noFill/>
          </a:ln>
        </p:spPr>
      </p:pic>
      <p:sp>
        <p:nvSpPr>
          <p:cNvPr id="1048602" name="Google Shape;111;p3"/>
          <p:cNvSpPr txBox="1"/>
          <p:nvPr/>
        </p:nvSpPr>
        <p:spPr>
          <a:xfrm>
            <a:off x="190500" y="2286000"/>
            <a:ext cx="8558213" cy="3475355"/>
          </a:xfrm>
          <a:prstGeom prst="rect">
            <a:avLst/>
          </a:prstGeom>
          <a:noFill/>
          <a:ln>
            <a:noFill/>
          </a:ln>
        </p:spPr>
        <p:txBody>
          <a:bodyPr spcFirstLastPara="1" wrap="square" lIns="91425" tIns="45700" rIns="91425" bIns="45700" anchor="t" anchorCtr="0">
            <a:spAutoFit/>
          </a:bodyPr>
          <a:p>
            <a:pPr marL="0" marR="0" lvl="0" indent="0" algn="l" rtl="0">
              <a:spcBef>
                <a:spcPts val="480"/>
              </a:spcBef>
              <a:spcAft>
                <a:spcPts val="0"/>
              </a:spcAft>
              <a:buClr>
                <a:schemeClr val="dk1"/>
              </a:buClr>
              <a:buSzPts val="2400"/>
              <a:buFont typeface="Arial" panose="020B0604020202020204"/>
              <a:buNone/>
            </a:pPr>
            <a:r>
              <a:rPr sz="2000" b="0" i="0" u="none" strike="noStrike" cap="none">
                <a:solidFill>
                  <a:schemeClr val="dk1"/>
                </a:solidFill>
                <a:latin typeface="Calibri" panose="020F0502020204030204"/>
                <a:ea typeface="Calibri" panose="020F0502020204030204"/>
                <a:cs typeface="Calibri" panose="020F0502020204030204"/>
                <a:sym typeface="Calibri" panose="020F0502020204030204"/>
              </a:rPr>
              <a:t>What is AOP?</a:t>
            </a:r>
            <a:endParaRPr sz="20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endParaRPr sz="20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2000" b="0" i="0" u="none" strike="noStrike" cap="none">
                <a:solidFill>
                  <a:schemeClr val="dk1"/>
                </a:solidFill>
                <a:latin typeface="Calibri" panose="020F0502020204030204"/>
                <a:ea typeface="Calibri" panose="020F0502020204030204"/>
                <a:cs typeface="Calibri" panose="020F0502020204030204"/>
                <a:sym typeface="Calibri" panose="020F0502020204030204"/>
              </a:rPr>
              <a:t>Aspect-Oriented Programming (AOP) is a programming paradigm that complements Object-Oriented Programming (OOP).</a:t>
            </a:r>
            <a:endParaRPr sz="20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2000" b="0" i="0" u="none" strike="noStrike" cap="none">
                <a:solidFill>
                  <a:schemeClr val="dk1"/>
                </a:solidFill>
                <a:latin typeface="Calibri" panose="020F0502020204030204"/>
                <a:ea typeface="Calibri" panose="020F0502020204030204"/>
                <a:cs typeface="Calibri" panose="020F0502020204030204"/>
                <a:sym typeface="Calibri" panose="020F0502020204030204"/>
              </a:rPr>
              <a:t>OOP: Organizes code into objects based on their relationships.</a:t>
            </a:r>
            <a:endParaRPr sz="20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2000" b="0" i="0" u="none" strike="noStrike" cap="none">
                <a:solidFill>
                  <a:schemeClr val="dk1"/>
                </a:solidFill>
                <a:latin typeface="Calibri" panose="020F0502020204030204"/>
                <a:ea typeface="Calibri" panose="020F0502020204030204"/>
                <a:cs typeface="Calibri" panose="020F0502020204030204"/>
                <a:sym typeface="Calibri" panose="020F0502020204030204"/>
              </a:rPr>
              <a:t>AOP: Focuses on cross-cutting concerns – functionality that's scattered across multiple classes but serves a single purpose (e.g., logging, security, transaction management).</a:t>
            </a:r>
            <a:endParaRPr sz="20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2000" b="0" i="0" u="none" strike="noStrike" cap="none">
                <a:solidFill>
                  <a:schemeClr val="dk1"/>
                </a:solidFill>
                <a:latin typeface="Calibri" panose="020F0502020204030204"/>
                <a:ea typeface="Calibri" panose="020F0502020204030204"/>
                <a:cs typeface="Calibri" panose="020F0502020204030204"/>
                <a:sym typeface="Calibri" panose="020F0502020204030204"/>
              </a:rPr>
              <a:t>Goal: AOP aims to modularize these concerns, making your code cleaner, more maintainable, and less repetitive.</a:t>
            </a:r>
            <a:endParaRPr sz="20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48603" name="Google Shape;112;p3"/>
          <p:cNvSpPr/>
          <p:nvPr/>
        </p:nvSpPr>
        <p:spPr>
          <a:xfrm>
            <a:off x="1270" y="1643063"/>
            <a:ext cx="9144000" cy="642937"/>
          </a:xfrm>
          <a:prstGeom prst="rect">
            <a:avLst/>
          </a:prstGeom>
          <a:solidFill>
            <a:srgbClr val="1F497D"/>
          </a:solidFill>
          <a:ln>
            <a:noFill/>
          </a:ln>
        </p:spPr>
        <p:txBody>
          <a:bodyPr spcFirstLastPara="1" wrap="square" lIns="91425" tIns="45700" rIns="91425" bIns="45700" anchor="ctr" anchorCtr="0">
            <a:noAutofit/>
          </a:bodyPr>
          <a:p>
            <a:pPr marL="0" marR="0" lvl="0" indent="0" algn="ctr" rtl="0">
              <a:spcBef>
                <a:spcPts val="0"/>
              </a:spcBef>
              <a:spcAft>
                <a:spcPts val="0"/>
              </a:spcAft>
              <a:buClr>
                <a:schemeClr val="dk1"/>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048604" name="Google Shape;113;p3"/>
          <p:cNvSpPr/>
          <p:nvPr/>
        </p:nvSpPr>
        <p:spPr>
          <a:xfrm>
            <a:off x="190500" y="1687513"/>
            <a:ext cx="8763000" cy="554037"/>
          </a:xfrm>
          <a:prstGeom prst="rect">
            <a:avLst/>
          </a:prstGeom>
          <a:noFill/>
          <a:ln>
            <a:noFill/>
          </a:ln>
        </p:spPr>
        <p:txBody>
          <a:bodyPr spcFirstLastPara="1" wrap="square" lIns="91425" tIns="45700" rIns="91425" bIns="45700" anchor="t" anchorCtr="0">
            <a:noAutofit/>
          </a:bodyPr>
          <a:p>
            <a:pPr marL="0" marR="0" lvl="0" indent="0" algn="l" rtl="0">
              <a:spcBef>
                <a:spcPts val="0"/>
              </a:spcBef>
              <a:spcAft>
                <a:spcPts val="0"/>
              </a:spcAft>
              <a:buClr>
                <a:schemeClr val="lt1"/>
              </a:buClr>
              <a:buSzPts val="3000"/>
              <a:buFont typeface="Arial" panose="020B0604020202020204"/>
              <a:buNone/>
            </a:pPr>
            <a:r>
              <a:rPr lang="en-IN" sz="3000" b="1" i="0" u="none" strike="noStrike" cap="none">
                <a:solidFill>
                  <a:schemeClr val="lt1"/>
                </a:solidFill>
                <a:latin typeface="Calibri" panose="020F0502020204030204"/>
                <a:ea typeface="Calibri" panose="020F0502020204030204"/>
                <a:cs typeface="Calibri" panose="020F0502020204030204"/>
                <a:sym typeface="Calibri" panose="020F0502020204030204"/>
              </a:rPr>
              <a:t>Spring Boot AOP (Aspect-Oriented Programming) </a:t>
            </a:r>
            <a:endParaRPr sz="3000" b="1"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00" name="Shape 108"/>
        <p:cNvGrpSpPr/>
        <p:nvPr/>
      </p:nvGrpSpPr>
      <p:grpSpPr>
        <a:xfrm>
          <a:off x="0" y="0"/>
          <a:ext cx="0" cy="0"/>
          <a:chOff x="0" y="0"/>
          <a:chExt cx="0" cy="0"/>
        </a:xfrm>
      </p:grpSpPr>
      <p:pic>
        <p:nvPicPr>
          <p:cNvPr id="2097156" name="Google Shape;109;p3" descr="C:\Users\parul\Desktop\Digital Learning Content.png"/>
          <p:cNvPicPr preferRelativeResize="0"/>
          <p:nvPr/>
        </p:nvPicPr>
        <p:blipFill rotWithShape="1">
          <a:blip r:embed="rId1"/>
          <a:srcRect/>
          <a:stretch>
            <a:fillRect/>
          </a:stretch>
        </p:blipFill>
        <p:spPr>
          <a:xfrm>
            <a:off x="0" y="0"/>
            <a:ext cx="9144000" cy="6900863"/>
          </a:xfrm>
          <a:prstGeom prst="rect">
            <a:avLst/>
          </a:prstGeom>
          <a:noFill/>
          <a:ln>
            <a:noFill/>
          </a:ln>
        </p:spPr>
      </p:pic>
      <p:pic>
        <p:nvPicPr>
          <p:cNvPr id="2097157" name="Google Shape;110;p3" descr="C:\Users\parul\Desktop\Untitled-1.png"/>
          <p:cNvPicPr preferRelativeResize="0"/>
          <p:nvPr/>
        </p:nvPicPr>
        <p:blipFill rotWithShape="1">
          <a:blip r:embed="rId2"/>
          <a:srcRect/>
          <a:stretch>
            <a:fillRect/>
          </a:stretch>
        </p:blipFill>
        <p:spPr>
          <a:xfrm>
            <a:off x="1857375" y="3071813"/>
            <a:ext cx="5430838" cy="2803525"/>
          </a:xfrm>
          <a:prstGeom prst="rect">
            <a:avLst/>
          </a:prstGeom>
          <a:noFill/>
          <a:ln>
            <a:noFill/>
          </a:ln>
        </p:spPr>
      </p:pic>
      <p:sp>
        <p:nvSpPr>
          <p:cNvPr id="1048603" name="Google Shape;112;p3"/>
          <p:cNvSpPr/>
          <p:nvPr/>
        </p:nvSpPr>
        <p:spPr>
          <a:xfrm>
            <a:off x="1270" y="1643063"/>
            <a:ext cx="9144000" cy="642937"/>
          </a:xfrm>
          <a:prstGeom prst="rect">
            <a:avLst/>
          </a:prstGeom>
          <a:solidFill>
            <a:srgbClr val="1F497D"/>
          </a:solidFill>
          <a:ln>
            <a:noFill/>
          </a:ln>
        </p:spPr>
        <p:txBody>
          <a:bodyPr spcFirstLastPara="1" wrap="square" lIns="91425" tIns="45700" rIns="91425" bIns="45700" anchor="ctr" anchorCtr="0">
            <a:noAutofit/>
          </a:bodyPr>
          <a:p>
            <a:pPr marL="0" marR="0" lvl="0" indent="0" algn="ctr" rtl="0">
              <a:spcBef>
                <a:spcPts val="0"/>
              </a:spcBef>
              <a:spcAft>
                <a:spcPts val="0"/>
              </a:spcAft>
              <a:buClr>
                <a:schemeClr val="dk1"/>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048604" name="Google Shape;113;p3"/>
          <p:cNvSpPr/>
          <p:nvPr/>
        </p:nvSpPr>
        <p:spPr>
          <a:xfrm>
            <a:off x="190500" y="1687513"/>
            <a:ext cx="8763000" cy="554037"/>
          </a:xfrm>
          <a:prstGeom prst="rect">
            <a:avLst/>
          </a:prstGeom>
          <a:noFill/>
          <a:ln>
            <a:noFill/>
          </a:ln>
        </p:spPr>
        <p:txBody>
          <a:bodyPr spcFirstLastPara="1" wrap="square" lIns="91425" tIns="45700" rIns="91425" bIns="45700" anchor="t" anchorCtr="0">
            <a:noAutofit/>
          </a:bodyPr>
          <a:p>
            <a:pPr marL="0" marR="0" lvl="0" indent="0" algn="l" rtl="0">
              <a:spcBef>
                <a:spcPts val="0"/>
              </a:spcBef>
              <a:spcAft>
                <a:spcPts val="0"/>
              </a:spcAft>
              <a:buClr>
                <a:schemeClr val="lt1"/>
              </a:buClr>
              <a:buSzPts val="3000"/>
              <a:buFont typeface="Arial" panose="020B0604020202020204"/>
              <a:buNone/>
            </a:pPr>
            <a:r>
              <a:rPr lang="en-IN" sz="3000" b="1" i="0" u="none" strike="noStrike" cap="none">
                <a:solidFill>
                  <a:schemeClr val="lt1"/>
                </a:solidFill>
                <a:latin typeface="Calibri" panose="020F0502020204030204"/>
                <a:ea typeface="Calibri" panose="020F0502020204030204"/>
                <a:cs typeface="Calibri" panose="020F0502020204030204"/>
                <a:sym typeface="Calibri" panose="020F0502020204030204"/>
              </a:rPr>
              <a:t>Spring Boot AOP (Aspect-Oriented Programming) </a:t>
            </a:r>
            <a:endParaRPr sz="3000" b="1"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 name="Text Box 0"/>
          <p:cNvSpPr txBox="1"/>
          <p:nvPr/>
        </p:nvSpPr>
        <p:spPr>
          <a:xfrm>
            <a:off x="224790" y="2463800"/>
            <a:ext cx="8602345" cy="3969385"/>
          </a:xfrm>
          <a:prstGeom prst="rect">
            <a:avLst/>
          </a:prstGeom>
          <a:noFill/>
        </p:spPr>
        <p:txBody>
          <a:bodyPr wrap="square" rtlCol="0">
            <a:spAutoFit/>
          </a:bodyPr>
          <a:p>
            <a:r>
              <a:rPr lang="en-US" b="1"/>
              <a:t>Key AOP Concepts:</a:t>
            </a:r>
            <a:endParaRPr lang="en-US" b="1"/>
          </a:p>
          <a:p>
            <a:endParaRPr lang="en-US"/>
          </a:p>
          <a:p>
            <a:pPr marL="285750" indent="-285750">
              <a:buFont typeface="Arial" panose="020B0604020202020204" pitchFamily="34" charset="0"/>
              <a:buChar char="•"/>
            </a:pPr>
            <a:r>
              <a:rPr lang="en-US" b="1"/>
              <a:t>Aspect:</a:t>
            </a:r>
            <a:r>
              <a:rPr lang="en-US"/>
              <a:t> A modular unit of code that encapsulates a cross-cutting concern. It defines:</a:t>
            </a:r>
            <a:endParaRPr lang="en-US"/>
          </a:p>
          <a:p>
            <a:pPr marL="285750" indent="-285750">
              <a:buFont typeface="Arial" panose="020B0604020202020204" pitchFamily="34" charset="0"/>
              <a:buChar char="•"/>
            </a:pPr>
            <a:r>
              <a:rPr lang="en-US" b="1"/>
              <a:t>Pointcut:</a:t>
            </a:r>
            <a:r>
              <a:rPr lang="en-US"/>
              <a:t> A predicate (condition) that matches specific points in your program's execution (e.g., method calls, exceptions).</a:t>
            </a:r>
            <a:endParaRPr lang="en-US"/>
          </a:p>
          <a:p>
            <a:pPr marL="285750" indent="-285750">
              <a:buFont typeface="Arial" panose="020B0604020202020204" pitchFamily="34" charset="0"/>
              <a:buChar char="•"/>
            </a:pPr>
            <a:r>
              <a:rPr lang="en-US" b="1"/>
              <a:t>Advice:</a:t>
            </a:r>
            <a:r>
              <a:rPr lang="en-US"/>
              <a:t> The action to take when the pointcut is matched (e.g., logging a message, starting a transaction).</a:t>
            </a:r>
            <a:endParaRPr lang="en-US"/>
          </a:p>
          <a:p>
            <a:pPr marL="285750" indent="-285750">
              <a:buFont typeface="Arial" panose="020B0604020202020204" pitchFamily="34" charset="0"/>
              <a:buChar char="•"/>
            </a:pPr>
            <a:r>
              <a:rPr lang="en-US" b="1"/>
              <a:t>Join Point</a:t>
            </a:r>
            <a:r>
              <a:rPr lang="en-US"/>
              <a:t>: A specific point in the program's execution where an aspect can be applied (e.g., before or after a method call).</a:t>
            </a:r>
            <a:endParaRPr lang="en-US"/>
          </a:p>
          <a:p>
            <a:pPr marL="285750" indent="-285750">
              <a:buFont typeface="Arial" panose="020B0604020202020204" pitchFamily="34" charset="0"/>
              <a:buChar char="•"/>
            </a:pPr>
            <a:r>
              <a:rPr lang="en-US" b="1"/>
              <a:t>Weaving:</a:t>
            </a:r>
            <a:r>
              <a:rPr lang="en-US"/>
              <a:t> The process of incorporating aspects into your code to create a modified version that includes the cross-cutting behavior.</a:t>
            </a:r>
            <a:endParaRPr lang="en-US"/>
          </a:p>
          <a:p>
            <a:pPr marL="285750" indent="-285750">
              <a:buFont typeface="Arial" panose="020B0604020202020204" pitchFamily="34" charset="0"/>
              <a:buChar char="•"/>
            </a:pPr>
            <a:endParaRPr lang="en-US"/>
          </a:p>
          <a:p>
            <a:pPr marL="0" indent="0">
              <a:buFont typeface="Arial" panose="020B0604020202020204" pitchFamily="34" charset="0"/>
              <a:buNone/>
            </a:pPr>
            <a:r>
              <a:rPr lang="en-US" b="1"/>
              <a:t>Spring AOP Framework:</a:t>
            </a:r>
            <a:endParaRPr lang="en-US" b="1"/>
          </a:p>
          <a:p>
            <a:pPr marL="285750" indent="-285750">
              <a:buFont typeface="Arial" panose="020B0604020202020204" pitchFamily="34" charset="0"/>
              <a:buChar char="•"/>
            </a:pPr>
            <a:endParaRPr lang="en-US" b="1"/>
          </a:p>
          <a:p>
            <a:pPr marL="285750" indent="-285750">
              <a:buFont typeface="Arial" panose="020B0604020202020204" pitchFamily="34" charset="0"/>
              <a:buChar char="•"/>
            </a:pPr>
            <a:r>
              <a:rPr lang="en-US" b="1"/>
              <a:t>Proxy-Based:</a:t>
            </a:r>
            <a:r>
              <a:rPr lang="en-US"/>
              <a:t> Spring AOP uses dynamic proxies to intercept method calls and apply aspects.</a:t>
            </a:r>
            <a:endParaRPr lang="en-US"/>
          </a:p>
          <a:p>
            <a:pPr marL="285750" indent="-285750">
              <a:buFont typeface="Arial" panose="020B0604020202020204" pitchFamily="34" charset="0"/>
              <a:buChar char="•"/>
            </a:pPr>
            <a:r>
              <a:rPr lang="en-US" b="1"/>
              <a:t>Annotations:</a:t>
            </a:r>
            <a:r>
              <a:rPr lang="en-US"/>
              <a:t> Leverages annotations like @Aspect, @Before, @After, @Around to define aspects and their behavior.</a:t>
            </a:r>
            <a:endParaRPr lang="en-US"/>
          </a:p>
          <a:p>
            <a:pPr marL="285750" indent="-285750">
              <a:buFont typeface="Arial" panose="020B0604020202020204" pitchFamily="34" charset="0"/>
              <a:buChar char="•"/>
            </a:pPr>
            <a:r>
              <a:rPr lang="en-US" b="1"/>
              <a:t>Integration:</a:t>
            </a:r>
            <a:r>
              <a:rPr lang="en-US"/>
              <a:t> Seamlessly integrates with other Spring components.</a:t>
            </a:r>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00" name="Shape 108"/>
        <p:cNvGrpSpPr/>
        <p:nvPr/>
      </p:nvGrpSpPr>
      <p:grpSpPr>
        <a:xfrm>
          <a:off x="0" y="0"/>
          <a:ext cx="0" cy="0"/>
          <a:chOff x="0" y="0"/>
          <a:chExt cx="0" cy="0"/>
        </a:xfrm>
      </p:grpSpPr>
      <p:pic>
        <p:nvPicPr>
          <p:cNvPr id="2097156" name="Google Shape;109;p3" descr="C:\Users\parul\Desktop\Digital Learning Content.png"/>
          <p:cNvPicPr preferRelativeResize="0"/>
          <p:nvPr/>
        </p:nvPicPr>
        <p:blipFill rotWithShape="1">
          <a:blip r:embed="rId1"/>
          <a:srcRect/>
          <a:stretch>
            <a:fillRect/>
          </a:stretch>
        </p:blipFill>
        <p:spPr>
          <a:xfrm>
            <a:off x="0" y="0"/>
            <a:ext cx="9144000" cy="6900863"/>
          </a:xfrm>
          <a:prstGeom prst="rect">
            <a:avLst/>
          </a:prstGeom>
          <a:noFill/>
          <a:ln>
            <a:noFill/>
          </a:ln>
        </p:spPr>
      </p:pic>
      <p:pic>
        <p:nvPicPr>
          <p:cNvPr id="2097157" name="Google Shape;110;p3" descr="C:\Users\parul\Desktop\Untitled-1.png"/>
          <p:cNvPicPr preferRelativeResize="0"/>
          <p:nvPr/>
        </p:nvPicPr>
        <p:blipFill rotWithShape="1">
          <a:blip r:embed="rId2"/>
          <a:srcRect/>
          <a:stretch>
            <a:fillRect/>
          </a:stretch>
        </p:blipFill>
        <p:spPr>
          <a:xfrm>
            <a:off x="1857375" y="3071813"/>
            <a:ext cx="5430838" cy="2803525"/>
          </a:xfrm>
          <a:prstGeom prst="rect">
            <a:avLst/>
          </a:prstGeom>
          <a:noFill/>
          <a:ln>
            <a:noFill/>
          </a:ln>
        </p:spPr>
      </p:pic>
      <p:sp>
        <p:nvSpPr>
          <p:cNvPr id="1048603" name="Google Shape;112;p3"/>
          <p:cNvSpPr/>
          <p:nvPr/>
        </p:nvSpPr>
        <p:spPr>
          <a:xfrm>
            <a:off x="1270" y="1643063"/>
            <a:ext cx="9144000" cy="642937"/>
          </a:xfrm>
          <a:prstGeom prst="rect">
            <a:avLst/>
          </a:prstGeom>
          <a:solidFill>
            <a:srgbClr val="1F497D"/>
          </a:solidFill>
          <a:ln>
            <a:noFill/>
          </a:ln>
        </p:spPr>
        <p:txBody>
          <a:bodyPr spcFirstLastPara="1" wrap="square" lIns="91425" tIns="45700" rIns="91425" bIns="45700" anchor="ctr" anchorCtr="0">
            <a:noAutofit/>
          </a:bodyPr>
          <a:p>
            <a:pPr marL="0" marR="0" lvl="0" indent="0" algn="ctr" rtl="0">
              <a:spcBef>
                <a:spcPts val="0"/>
              </a:spcBef>
              <a:spcAft>
                <a:spcPts val="0"/>
              </a:spcAft>
              <a:buClr>
                <a:schemeClr val="dk1"/>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048604" name="Google Shape;113;p3"/>
          <p:cNvSpPr/>
          <p:nvPr/>
        </p:nvSpPr>
        <p:spPr>
          <a:xfrm>
            <a:off x="190500" y="1687513"/>
            <a:ext cx="8763000" cy="554037"/>
          </a:xfrm>
          <a:prstGeom prst="rect">
            <a:avLst/>
          </a:prstGeom>
          <a:noFill/>
          <a:ln>
            <a:noFill/>
          </a:ln>
        </p:spPr>
        <p:txBody>
          <a:bodyPr spcFirstLastPara="1" wrap="square" lIns="91425" tIns="45700" rIns="91425" bIns="45700" anchor="t" anchorCtr="0">
            <a:noAutofit/>
          </a:bodyPr>
          <a:p>
            <a:pPr marL="0" marR="0" lvl="0" indent="0" algn="l" rtl="0">
              <a:spcBef>
                <a:spcPts val="0"/>
              </a:spcBef>
              <a:spcAft>
                <a:spcPts val="0"/>
              </a:spcAft>
              <a:buClr>
                <a:schemeClr val="lt1"/>
              </a:buClr>
              <a:buSzPts val="3000"/>
              <a:buFont typeface="Arial" panose="020B0604020202020204"/>
              <a:buNone/>
            </a:pPr>
            <a:r>
              <a:rPr lang="en-IN" sz="3000" b="1" i="0" u="none" strike="noStrike" cap="none">
                <a:solidFill>
                  <a:schemeClr val="lt1"/>
                </a:solidFill>
                <a:latin typeface="Calibri" panose="020F0502020204030204"/>
                <a:ea typeface="Calibri" panose="020F0502020204030204"/>
                <a:cs typeface="Calibri" panose="020F0502020204030204"/>
                <a:sym typeface="Calibri" panose="020F0502020204030204"/>
              </a:rPr>
              <a:t>Spring Boot AOP (Aspect-Oriented Programming) </a:t>
            </a:r>
            <a:endParaRPr sz="3000" b="1"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 name="Text Box 0"/>
          <p:cNvSpPr txBox="1"/>
          <p:nvPr/>
        </p:nvSpPr>
        <p:spPr>
          <a:xfrm>
            <a:off x="140335" y="2395855"/>
            <a:ext cx="8745855" cy="4615815"/>
          </a:xfrm>
          <a:prstGeom prst="rect">
            <a:avLst/>
          </a:prstGeom>
          <a:noFill/>
        </p:spPr>
        <p:txBody>
          <a:bodyPr wrap="square" rtlCol="0">
            <a:spAutoFit/>
          </a:bodyPr>
          <a:p>
            <a:r>
              <a:rPr lang="en-US" b="1"/>
              <a:t>Example: Logging Aspect</a:t>
            </a:r>
            <a:endParaRPr lang="en-US" b="1"/>
          </a:p>
          <a:p>
            <a:r>
              <a:rPr lang="en-US"/>
              <a:t>Let's create a logging aspect that logs method entry and exit for all methods in a service class:</a:t>
            </a:r>
            <a:endParaRPr lang="en-US"/>
          </a:p>
          <a:p>
            <a:r>
              <a:rPr lang="en-US" b="1"/>
              <a:t>Aspect Class:</a:t>
            </a:r>
            <a:endParaRPr lang="en-US" b="1"/>
          </a:p>
          <a:p>
            <a:r>
              <a:rPr lang="en-US"/>
              <a:t>@Aspect</a:t>
            </a:r>
            <a:endParaRPr lang="en-US"/>
          </a:p>
          <a:p>
            <a:r>
              <a:rPr lang="en-US"/>
              <a:t>@Component</a:t>
            </a:r>
            <a:endParaRPr lang="en-US"/>
          </a:p>
          <a:p>
            <a:r>
              <a:rPr lang="en-US"/>
              <a:t>public class LoggingAspect {</a:t>
            </a:r>
            <a:endParaRPr lang="en-US"/>
          </a:p>
          <a:p>
            <a:endParaRPr lang="en-US"/>
          </a:p>
          <a:p>
            <a:r>
              <a:rPr lang="en-US"/>
              <a:t>    @Before("execution(* com.example.service.*.*(..))")</a:t>
            </a:r>
            <a:endParaRPr lang="en-US"/>
          </a:p>
          <a:p>
            <a:r>
              <a:rPr lang="en-US"/>
              <a:t>    public void logMethodEntry(JoinPoint joinPoint) {</a:t>
            </a:r>
            <a:endParaRPr lang="en-US"/>
          </a:p>
          <a:p>
            <a:r>
              <a:rPr lang="en-US"/>
              <a:t>        String methodName = joinPoint.getSignature().getName();</a:t>
            </a:r>
            <a:endParaRPr lang="en-US"/>
          </a:p>
          <a:p>
            <a:r>
              <a:rPr lang="en-US"/>
              <a:t>        System.out.println("Entering method: " + methodName);</a:t>
            </a:r>
            <a:endParaRPr lang="en-US"/>
          </a:p>
          <a:p>
            <a:r>
              <a:rPr lang="en-US"/>
              <a:t>    }</a:t>
            </a:r>
            <a:endParaRPr lang="en-US"/>
          </a:p>
          <a:p>
            <a:endParaRPr lang="en-US"/>
          </a:p>
          <a:p>
            <a:r>
              <a:rPr lang="en-US"/>
              <a:t>    @AfterReturning(pointcut = "execution(* com.example.service.*.*(..))", returning = "result")</a:t>
            </a:r>
            <a:endParaRPr lang="en-US"/>
          </a:p>
          <a:p>
            <a:r>
              <a:rPr lang="en-US"/>
              <a:t>    public void logMethodExit(JoinPoint joinPoint, Object result) {</a:t>
            </a:r>
            <a:endParaRPr lang="en-US"/>
          </a:p>
          <a:p>
            <a:r>
              <a:rPr lang="en-US"/>
              <a:t>        String methodName = joinPoint.getSignature().getName();</a:t>
            </a:r>
            <a:endParaRPr lang="en-US"/>
          </a:p>
          <a:p>
            <a:r>
              <a:rPr lang="en-US"/>
              <a:t>        System.out.println("Exiting method: " + methodName + ", Result: " + result);</a:t>
            </a:r>
            <a:endParaRPr lang="en-US"/>
          </a:p>
          <a:p>
            <a:r>
              <a:rPr lang="en-US"/>
              <a:t>    }</a:t>
            </a:r>
            <a:endParaRPr lang="en-US"/>
          </a:p>
          <a:p>
            <a:r>
              <a:rPr lang="en-US"/>
              <a:t>}</a:t>
            </a:r>
            <a:br>
              <a:rPr lang="en-US"/>
            </a:br>
            <a:r>
              <a:rPr lang="en-US" b="1">
                <a:sym typeface="+mn-ea"/>
              </a:rPr>
              <a:t>Enable AOP:</a:t>
            </a:r>
            <a:r>
              <a:rPr lang="en-US">
                <a:sym typeface="+mn-ea"/>
              </a:rPr>
              <a:t> In your main Spring Boot application class, add @EnableAspectJAutoProxy.</a:t>
            </a:r>
            <a:endParaRPr lang="en-US"/>
          </a:p>
          <a:p>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00" name="Shape 108"/>
        <p:cNvGrpSpPr/>
        <p:nvPr/>
      </p:nvGrpSpPr>
      <p:grpSpPr>
        <a:xfrm>
          <a:off x="0" y="0"/>
          <a:ext cx="0" cy="0"/>
          <a:chOff x="0" y="0"/>
          <a:chExt cx="0" cy="0"/>
        </a:xfrm>
      </p:grpSpPr>
      <p:pic>
        <p:nvPicPr>
          <p:cNvPr id="2097156" name="Google Shape;109;p3" descr="C:\Users\parul\Desktop\Digital Learning Content.png"/>
          <p:cNvPicPr preferRelativeResize="0"/>
          <p:nvPr/>
        </p:nvPicPr>
        <p:blipFill rotWithShape="1">
          <a:blip r:embed="rId1"/>
          <a:srcRect/>
          <a:stretch>
            <a:fillRect/>
          </a:stretch>
        </p:blipFill>
        <p:spPr>
          <a:xfrm>
            <a:off x="0" y="0"/>
            <a:ext cx="9144000" cy="6900863"/>
          </a:xfrm>
          <a:prstGeom prst="rect">
            <a:avLst/>
          </a:prstGeom>
          <a:noFill/>
          <a:ln>
            <a:noFill/>
          </a:ln>
        </p:spPr>
      </p:pic>
      <p:pic>
        <p:nvPicPr>
          <p:cNvPr id="2097157" name="Google Shape;110;p3" descr="C:\Users\parul\Desktop\Untitled-1.png"/>
          <p:cNvPicPr preferRelativeResize="0"/>
          <p:nvPr/>
        </p:nvPicPr>
        <p:blipFill rotWithShape="1">
          <a:blip r:embed="rId2"/>
          <a:srcRect/>
          <a:stretch>
            <a:fillRect/>
          </a:stretch>
        </p:blipFill>
        <p:spPr>
          <a:xfrm>
            <a:off x="1857375" y="3071813"/>
            <a:ext cx="5430838" cy="2803525"/>
          </a:xfrm>
          <a:prstGeom prst="rect">
            <a:avLst/>
          </a:prstGeom>
          <a:noFill/>
          <a:ln>
            <a:noFill/>
          </a:ln>
        </p:spPr>
      </p:pic>
      <p:sp>
        <p:nvSpPr>
          <p:cNvPr id="1048603" name="Google Shape;112;p3"/>
          <p:cNvSpPr/>
          <p:nvPr/>
        </p:nvSpPr>
        <p:spPr>
          <a:xfrm>
            <a:off x="1270" y="1643063"/>
            <a:ext cx="9144000" cy="642937"/>
          </a:xfrm>
          <a:prstGeom prst="rect">
            <a:avLst/>
          </a:prstGeom>
          <a:solidFill>
            <a:srgbClr val="1F497D"/>
          </a:solidFill>
          <a:ln>
            <a:noFill/>
          </a:ln>
        </p:spPr>
        <p:txBody>
          <a:bodyPr spcFirstLastPara="1" wrap="square" lIns="91425" tIns="45700" rIns="91425" bIns="45700" anchor="ctr" anchorCtr="0">
            <a:noAutofit/>
          </a:bodyPr>
          <a:p>
            <a:pPr marL="0" marR="0" lvl="0" indent="0" algn="ctr" rtl="0">
              <a:spcBef>
                <a:spcPts val="0"/>
              </a:spcBef>
              <a:spcAft>
                <a:spcPts val="0"/>
              </a:spcAft>
              <a:buClr>
                <a:schemeClr val="dk1"/>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048604" name="Google Shape;113;p3"/>
          <p:cNvSpPr/>
          <p:nvPr/>
        </p:nvSpPr>
        <p:spPr>
          <a:xfrm>
            <a:off x="190500" y="1687513"/>
            <a:ext cx="8763000" cy="554037"/>
          </a:xfrm>
          <a:prstGeom prst="rect">
            <a:avLst/>
          </a:prstGeom>
          <a:noFill/>
          <a:ln>
            <a:noFill/>
          </a:ln>
        </p:spPr>
        <p:txBody>
          <a:bodyPr spcFirstLastPara="1" wrap="square" lIns="91425" tIns="45700" rIns="91425" bIns="45700" anchor="t" anchorCtr="0">
            <a:noAutofit/>
          </a:bodyPr>
          <a:p>
            <a:pPr marL="0" marR="0" lvl="0" indent="0" algn="l" rtl="0">
              <a:spcBef>
                <a:spcPts val="0"/>
              </a:spcBef>
              <a:spcAft>
                <a:spcPts val="0"/>
              </a:spcAft>
              <a:buClr>
                <a:schemeClr val="lt1"/>
              </a:buClr>
              <a:buSzPts val="3000"/>
              <a:buFont typeface="Arial" panose="020B0604020202020204"/>
              <a:buNone/>
            </a:pPr>
            <a:r>
              <a:rPr lang="en-IN" sz="3000" b="1" i="0" u="none" strike="noStrike" cap="none">
                <a:solidFill>
                  <a:schemeClr val="lt1"/>
                </a:solidFill>
                <a:latin typeface="Calibri" panose="020F0502020204030204"/>
                <a:ea typeface="Calibri" panose="020F0502020204030204"/>
                <a:cs typeface="Calibri" panose="020F0502020204030204"/>
                <a:sym typeface="Calibri" panose="020F0502020204030204"/>
              </a:rPr>
              <a:t>Spring Boot AOP (Aspect-Oriented Programming) </a:t>
            </a:r>
            <a:endParaRPr sz="3000" b="1"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 name="Text Box 0"/>
          <p:cNvSpPr txBox="1"/>
          <p:nvPr/>
        </p:nvSpPr>
        <p:spPr>
          <a:xfrm>
            <a:off x="140335" y="2395855"/>
            <a:ext cx="8745855" cy="3999865"/>
          </a:xfrm>
          <a:prstGeom prst="rect">
            <a:avLst/>
          </a:prstGeom>
          <a:noFill/>
        </p:spPr>
        <p:txBody>
          <a:bodyPr wrap="square" rtlCol="0">
            <a:spAutoFit/>
          </a:bodyPr>
          <a:p>
            <a:endParaRPr lang="en-US"/>
          </a:p>
          <a:p>
            <a:r>
              <a:rPr lang="en-US" sz="1600"/>
              <a:t>@Aspect: Marks the class as an aspect.</a:t>
            </a:r>
            <a:endParaRPr lang="en-US" sz="1600"/>
          </a:p>
          <a:p>
            <a:endParaRPr lang="en-US" sz="1600"/>
          </a:p>
          <a:p>
            <a:r>
              <a:rPr lang="en-US" sz="1600"/>
              <a:t>@Before: Executes the logMethodEntry method before any method in the com.example.service package is called.</a:t>
            </a:r>
            <a:endParaRPr lang="en-US" sz="1600"/>
          </a:p>
          <a:p>
            <a:endParaRPr lang="en-US" sz="1600"/>
          </a:p>
          <a:p>
            <a:r>
              <a:rPr lang="en-US" sz="1600"/>
              <a:t>@AfterReturning: Executes the logMethodExit method after a successful method execution in the same package.</a:t>
            </a:r>
            <a:endParaRPr lang="en-US" sz="1600"/>
          </a:p>
          <a:p>
            <a:endParaRPr lang="en-US" sz="1600"/>
          </a:p>
          <a:p>
            <a:r>
              <a:rPr lang="en-US" sz="1600"/>
              <a:t>Pointcut Expression: </a:t>
            </a:r>
            <a:endParaRPr lang="en-US" sz="1600"/>
          </a:p>
          <a:p>
            <a:r>
              <a:rPr lang="en-US" sz="1600"/>
              <a:t>execution(* com.example.service.*.*(..)) matches all methods in all classes within the com.example.service package.</a:t>
            </a:r>
            <a:endParaRPr lang="en-US" sz="1600"/>
          </a:p>
          <a:p>
            <a:r>
              <a:rPr lang="en-US" sz="1600"/>
              <a:t>JoinPoint: </a:t>
            </a:r>
            <a:endParaRPr lang="en-US" sz="1600"/>
          </a:p>
          <a:p>
            <a:r>
              <a:rPr lang="en-US" sz="1600"/>
              <a:t>Provides information about the intercepted method (name, arguments, etc.).</a:t>
            </a:r>
            <a:endParaRPr lang="en-US" sz="1600"/>
          </a:p>
          <a:p>
            <a:r>
              <a:rPr lang="en-US" sz="1600"/>
              <a:t>Now, whenever a method in your service class is called, you'll see log messages indicating entry and exit, along with the returned value.</a:t>
            </a:r>
            <a:endParaRPr lang="en-US" sz="16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00" name="Shape 108"/>
        <p:cNvGrpSpPr/>
        <p:nvPr/>
      </p:nvGrpSpPr>
      <p:grpSpPr>
        <a:xfrm>
          <a:off x="0" y="0"/>
          <a:ext cx="0" cy="0"/>
          <a:chOff x="0" y="0"/>
          <a:chExt cx="0" cy="0"/>
        </a:xfrm>
      </p:grpSpPr>
      <p:pic>
        <p:nvPicPr>
          <p:cNvPr id="2097156" name="Google Shape;109;p3" descr="C:\Users\parul\Desktop\Digital Learning Content.png"/>
          <p:cNvPicPr preferRelativeResize="0"/>
          <p:nvPr/>
        </p:nvPicPr>
        <p:blipFill rotWithShape="1">
          <a:blip r:embed="rId1"/>
          <a:srcRect/>
          <a:stretch>
            <a:fillRect/>
          </a:stretch>
        </p:blipFill>
        <p:spPr>
          <a:xfrm>
            <a:off x="0" y="0"/>
            <a:ext cx="9144000" cy="6900863"/>
          </a:xfrm>
          <a:prstGeom prst="rect">
            <a:avLst/>
          </a:prstGeom>
          <a:noFill/>
          <a:ln>
            <a:noFill/>
          </a:ln>
        </p:spPr>
      </p:pic>
      <p:pic>
        <p:nvPicPr>
          <p:cNvPr id="2097157" name="Google Shape;110;p3" descr="C:\Users\parul\Desktop\Untitled-1.png"/>
          <p:cNvPicPr preferRelativeResize="0"/>
          <p:nvPr/>
        </p:nvPicPr>
        <p:blipFill rotWithShape="1">
          <a:blip r:embed="rId2"/>
          <a:srcRect/>
          <a:stretch>
            <a:fillRect/>
          </a:stretch>
        </p:blipFill>
        <p:spPr>
          <a:xfrm>
            <a:off x="1857375" y="3071813"/>
            <a:ext cx="5430838" cy="2803525"/>
          </a:xfrm>
          <a:prstGeom prst="rect">
            <a:avLst/>
          </a:prstGeom>
          <a:noFill/>
          <a:ln>
            <a:noFill/>
          </a:ln>
        </p:spPr>
      </p:pic>
      <p:sp>
        <p:nvSpPr>
          <p:cNvPr id="1048603" name="Google Shape;112;p3"/>
          <p:cNvSpPr/>
          <p:nvPr/>
        </p:nvSpPr>
        <p:spPr>
          <a:xfrm>
            <a:off x="1270" y="1643063"/>
            <a:ext cx="9144000" cy="642937"/>
          </a:xfrm>
          <a:prstGeom prst="rect">
            <a:avLst/>
          </a:prstGeom>
          <a:solidFill>
            <a:srgbClr val="1F497D"/>
          </a:solidFill>
          <a:ln>
            <a:noFill/>
          </a:ln>
        </p:spPr>
        <p:txBody>
          <a:bodyPr spcFirstLastPara="1" wrap="square" lIns="91425" tIns="45700" rIns="91425" bIns="45700" anchor="ctr" anchorCtr="0">
            <a:noAutofit/>
          </a:bodyPr>
          <a:p>
            <a:pPr marL="0" marR="0" lvl="0" indent="0" algn="ctr" rtl="0">
              <a:spcBef>
                <a:spcPts val="0"/>
              </a:spcBef>
              <a:spcAft>
                <a:spcPts val="0"/>
              </a:spcAft>
              <a:buClr>
                <a:schemeClr val="dk1"/>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048604" name="Google Shape;113;p3"/>
          <p:cNvSpPr/>
          <p:nvPr/>
        </p:nvSpPr>
        <p:spPr>
          <a:xfrm>
            <a:off x="190500" y="1687513"/>
            <a:ext cx="8763000" cy="554037"/>
          </a:xfrm>
          <a:prstGeom prst="rect">
            <a:avLst/>
          </a:prstGeom>
          <a:noFill/>
          <a:ln>
            <a:noFill/>
          </a:ln>
        </p:spPr>
        <p:txBody>
          <a:bodyPr spcFirstLastPara="1" wrap="square" lIns="91425" tIns="45700" rIns="91425" bIns="45700" anchor="t" anchorCtr="0">
            <a:noAutofit/>
          </a:bodyPr>
          <a:p>
            <a:pPr marL="0" marR="0" lvl="0" indent="0" algn="l" rtl="0">
              <a:spcBef>
                <a:spcPts val="0"/>
              </a:spcBef>
              <a:spcAft>
                <a:spcPts val="0"/>
              </a:spcAft>
              <a:buClr>
                <a:schemeClr val="lt1"/>
              </a:buClr>
              <a:buSzPts val="3000"/>
              <a:buFont typeface="Arial" panose="020B0604020202020204"/>
              <a:buNone/>
            </a:pPr>
            <a:r>
              <a:rPr lang="en-IN" sz="3000" b="1" i="0" u="none" strike="noStrike" cap="none">
                <a:solidFill>
                  <a:schemeClr val="lt1"/>
                </a:solidFill>
                <a:latin typeface="Calibri" panose="020F0502020204030204"/>
                <a:ea typeface="Calibri" panose="020F0502020204030204"/>
                <a:cs typeface="Calibri" panose="020F0502020204030204"/>
                <a:sym typeface="Calibri" panose="020F0502020204030204"/>
              </a:rPr>
              <a:t>Spring Boot AOP (Aspect-Oriented Programming) </a:t>
            </a:r>
            <a:endParaRPr sz="3000" b="1"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 name="Text Box 0"/>
          <p:cNvSpPr txBox="1"/>
          <p:nvPr/>
        </p:nvSpPr>
        <p:spPr>
          <a:xfrm>
            <a:off x="140335" y="2395855"/>
            <a:ext cx="8745855" cy="2306955"/>
          </a:xfrm>
          <a:prstGeom prst="rect">
            <a:avLst/>
          </a:prstGeom>
          <a:noFill/>
        </p:spPr>
        <p:txBody>
          <a:bodyPr wrap="square" rtlCol="0">
            <a:spAutoFit/>
          </a:bodyPr>
          <a:p>
            <a:endParaRPr lang="en-US" sz="1800"/>
          </a:p>
          <a:p>
            <a:r>
              <a:rPr lang="en-US" sz="1800"/>
              <a:t>Benefits of Spring AOP:</a:t>
            </a:r>
            <a:endParaRPr lang="en-US" sz="1800"/>
          </a:p>
          <a:p>
            <a:endParaRPr lang="en-US" sz="1800"/>
          </a:p>
          <a:p>
            <a:r>
              <a:rPr lang="en-US" sz="1800"/>
              <a:t>Improved Modularity: Cross-cutting concerns are separated from core business logic.</a:t>
            </a:r>
            <a:endParaRPr lang="en-US" sz="1800"/>
          </a:p>
          <a:p>
            <a:endParaRPr lang="en-US" sz="1800"/>
          </a:p>
          <a:p>
            <a:r>
              <a:rPr lang="en-US" sz="1800"/>
              <a:t>Reduced Code Duplication: Aspect code is centralized and reusable.</a:t>
            </a:r>
            <a:endParaRPr lang="en-US" sz="1800"/>
          </a:p>
          <a:p>
            <a:endParaRPr lang="en-US" sz="1800"/>
          </a:p>
          <a:p>
            <a:r>
              <a:rPr lang="en-US" sz="1800"/>
              <a:t>Better Maintainability: Changes to cross-cutting concerns can be made in one place.</a:t>
            </a:r>
            <a:endParaRPr lang="en-US" sz="18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00" name="Shape 108"/>
        <p:cNvGrpSpPr/>
        <p:nvPr/>
      </p:nvGrpSpPr>
      <p:grpSpPr>
        <a:xfrm>
          <a:off x="0" y="0"/>
          <a:ext cx="0" cy="0"/>
          <a:chOff x="0" y="0"/>
          <a:chExt cx="0" cy="0"/>
        </a:xfrm>
      </p:grpSpPr>
      <p:pic>
        <p:nvPicPr>
          <p:cNvPr id="2097156" name="Google Shape;109;p3" descr="C:\Users\parul\Desktop\Digital Learning Content.png"/>
          <p:cNvPicPr preferRelativeResize="0"/>
          <p:nvPr/>
        </p:nvPicPr>
        <p:blipFill rotWithShape="1">
          <a:blip r:embed="rId1"/>
          <a:srcRect/>
          <a:stretch>
            <a:fillRect/>
          </a:stretch>
        </p:blipFill>
        <p:spPr>
          <a:xfrm>
            <a:off x="0" y="0"/>
            <a:ext cx="9144000" cy="6900863"/>
          </a:xfrm>
          <a:prstGeom prst="rect">
            <a:avLst/>
          </a:prstGeom>
          <a:noFill/>
          <a:ln>
            <a:noFill/>
          </a:ln>
        </p:spPr>
      </p:pic>
      <p:pic>
        <p:nvPicPr>
          <p:cNvPr id="2097157" name="Google Shape;110;p3" descr="C:\Users\parul\Desktop\Untitled-1.png"/>
          <p:cNvPicPr preferRelativeResize="0"/>
          <p:nvPr/>
        </p:nvPicPr>
        <p:blipFill rotWithShape="1">
          <a:blip r:embed="rId2"/>
          <a:srcRect/>
          <a:stretch>
            <a:fillRect/>
          </a:stretch>
        </p:blipFill>
        <p:spPr>
          <a:xfrm>
            <a:off x="1857375" y="3071813"/>
            <a:ext cx="5430838" cy="2803525"/>
          </a:xfrm>
          <a:prstGeom prst="rect">
            <a:avLst/>
          </a:prstGeom>
          <a:noFill/>
          <a:ln>
            <a:noFill/>
          </a:ln>
        </p:spPr>
      </p:pic>
      <p:sp>
        <p:nvSpPr>
          <p:cNvPr id="1048602" name="Google Shape;111;p3"/>
          <p:cNvSpPr txBox="1"/>
          <p:nvPr/>
        </p:nvSpPr>
        <p:spPr>
          <a:xfrm>
            <a:off x="190500" y="2286000"/>
            <a:ext cx="8558213" cy="4152900"/>
          </a:xfrm>
          <a:prstGeom prst="rect">
            <a:avLst/>
          </a:prstGeom>
          <a:noFill/>
          <a:ln>
            <a:noFill/>
          </a:ln>
        </p:spPr>
        <p:txBody>
          <a:bodyPr spcFirstLastPara="1" wrap="square" lIns="91425" tIns="45700" rIns="91425" bIns="45700" anchor="t" anchorCtr="0">
            <a:spAutoFit/>
          </a:bodyPr>
          <a:p>
            <a:pPr marL="0" marR="0" lvl="0" indent="0" algn="l" rtl="0">
              <a:spcBef>
                <a:spcPts val="480"/>
              </a:spcBef>
              <a:spcAft>
                <a:spcPts val="0"/>
              </a:spcAft>
              <a:buClr>
                <a:schemeClr val="dk1"/>
              </a:buClr>
              <a:buSzPts val="2400"/>
              <a:buFont typeface="Arial" panose="020B0604020202020204"/>
              <a:buNone/>
            </a:pPr>
            <a:r>
              <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rPr>
              <a:t>Spring Boot drastically simplifies database access in Java applications through these key mechanisms:</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b="1" i="0" u="none" strike="noStrike" cap="none">
                <a:solidFill>
                  <a:schemeClr val="dk1"/>
                </a:solidFill>
                <a:latin typeface="Calibri" panose="020F0502020204030204"/>
                <a:ea typeface="Calibri" panose="020F0502020204030204"/>
                <a:cs typeface="Calibri" panose="020F0502020204030204"/>
                <a:sym typeface="Calibri" panose="020F0502020204030204"/>
              </a:rPr>
              <a:t>Spring Data JPA:</a:t>
            </a:r>
            <a:endParaRPr sz="1600" b="1"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b="1" i="0" u="none" strike="noStrike" cap="none">
                <a:solidFill>
                  <a:schemeClr val="dk1"/>
                </a:solidFill>
                <a:latin typeface="Calibri" panose="020F0502020204030204"/>
                <a:ea typeface="Calibri" panose="020F0502020204030204"/>
                <a:cs typeface="Calibri" panose="020F0502020204030204"/>
                <a:sym typeface="Calibri" panose="020F0502020204030204"/>
              </a:rPr>
              <a:t>JPA (Java Persistence API):</a:t>
            </a:r>
            <a:r>
              <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rPr>
              <a:t> </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rPr>
              <a:t>The standard Java framework for object-relational mapping (ORM). It allows you to work with database entities as plain Java objects.</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rPr>
              <a:t>Spring Data: A higher-level framework built on top of JPA. It reduces boilerplate code for common database operations like CRUD (Create, Read, Update, Delete) through repositories.</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endParaRPr sz="1600" b="1"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b="1" i="0" u="none" strike="noStrike" cap="none">
                <a:solidFill>
                  <a:schemeClr val="dk1"/>
                </a:solidFill>
                <a:latin typeface="Calibri" panose="020F0502020204030204"/>
                <a:ea typeface="Calibri" panose="020F0502020204030204"/>
                <a:cs typeface="Calibri" panose="020F0502020204030204"/>
                <a:sym typeface="Calibri" panose="020F0502020204030204"/>
              </a:rPr>
              <a:t>Auto-Configuration: </a:t>
            </a:r>
            <a:endParaRPr sz="1600" b="1"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rPr>
              <a:t>Spring Boot automatically configures JPA and data sources based on your project dependencies and properties.</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48603" name="Google Shape;112;p3"/>
          <p:cNvSpPr/>
          <p:nvPr/>
        </p:nvSpPr>
        <p:spPr>
          <a:xfrm>
            <a:off x="1270" y="1643063"/>
            <a:ext cx="9144000" cy="642937"/>
          </a:xfrm>
          <a:prstGeom prst="rect">
            <a:avLst/>
          </a:prstGeom>
          <a:solidFill>
            <a:srgbClr val="1F497D"/>
          </a:solidFill>
          <a:ln>
            <a:noFill/>
          </a:ln>
        </p:spPr>
        <p:txBody>
          <a:bodyPr spcFirstLastPara="1" wrap="square" lIns="91425" tIns="45700" rIns="91425" bIns="45700" anchor="ctr" anchorCtr="0">
            <a:noAutofit/>
          </a:bodyPr>
          <a:p>
            <a:pPr marL="0" marR="0" lvl="0" indent="0" algn="ctr" rtl="0">
              <a:spcBef>
                <a:spcPts val="0"/>
              </a:spcBef>
              <a:spcAft>
                <a:spcPts val="0"/>
              </a:spcAft>
              <a:buClr>
                <a:schemeClr val="dk1"/>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048604" name="Google Shape;113;p3"/>
          <p:cNvSpPr/>
          <p:nvPr/>
        </p:nvSpPr>
        <p:spPr>
          <a:xfrm>
            <a:off x="190500" y="1687513"/>
            <a:ext cx="8763000" cy="554037"/>
          </a:xfrm>
          <a:prstGeom prst="rect">
            <a:avLst/>
          </a:prstGeom>
          <a:noFill/>
          <a:ln>
            <a:noFill/>
          </a:ln>
        </p:spPr>
        <p:txBody>
          <a:bodyPr spcFirstLastPara="1" wrap="square" lIns="91425" tIns="45700" rIns="91425" bIns="45700" anchor="t" anchorCtr="0">
            <a:noAutofit/>
          </a:bodyPr>
          <a:p>
            <a:pPr marL="0" marR="0" lvl="0" indent="0" algn="l" rtl="0">
              <a:spcBef>
                <a:spcPts val="0"/>
              </a:spcBef>
              <a:spcAft>
                <a:spcPts val="0"/>
              </a:spcAft>
              <a:buClr>
                <a:schemeClr val="lt1"/>
              </a:buClr>
              <a:buSzPts val="3000"/>
              <a:buFont typeface="Arial" panose="020B0604020202020204"/>
              <a:buNone/>
            </a:pPr>
            <a:r>
              <a:rPr lang="en-IN" sz="1800" b="1" i="0" u="none" strike="noStrike" cap="none">
                <a:solidFill>
                  <a:schemeClr val="lt1"/>
                </a:solidFill>
                <a:latin typeface="Calibri" panose="020F0502020204030204"/>
                <a:ea typeface="Calibri" panose="020F0502020204030204"/>
                <a:cs typeface="Calibri" panose="020F0502020204030204"/>
                <a:sym typeface="Calibri" panose="020F0502020204030204"/>
              </a:rPr>
              <a:t>Spring boot Database</a:t>
            </a:r>
            <a:endParaRPr lang="en-IN" sz="1800" b="1"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00" name="Shape 108"/>
        <p:cNvGrpSpPr/>
        <p:nvPr/>
      </p:nvGrpSpPr>
      <p:grpSpPr>
        <a:xfrm>
          <a:off x="0" y="0"/>
          <a:ext cx="0" cy="0"/>
          <a:chOff x="0" y="0"/>
          <a:chExt cx="0" cy="0"/>
        </a:xfrm>
      </p:grpSpPr>
      <p:pic>
        <p:nvPicPr>
          <p:cNvPr id="2097156" name="Google Shape;109;p3" descr="C:\Users\parul\Desktop\Digital Learning Content.png"/>
          <p:cNvPicPr preferRelativeResize="0"/>
          <p:nvPr/>
        </p:nvPicPr>
        <p:blipFill rotWithShape="1">
          <a:blip r:embed="rId1"/>
          <a:srcRect/>
          <a:stretch>
            <a:fillRect/>
          </a:stretch>
        </p:blipFill>
        <p:spPr>
          <a:xfrm>
            <a:off x="0" y="0"/>
            <a:ext cx="9144000" cy="6900863"/>
          </a:xfrm>
          <a:prstGeom prst="rect">
            <a:avLst/>
          </a:prstGeom>
          <a:noFill/>
          <a:ln>
            <a:noFill/>
          </a:ln>
        </p:spPr>
      </p:pic>
      <p:pic>
        <p:nvPicPr>
          <p:cNvPr id="2097157" name="Google Shape;110;p3" descr="C:\Users\parul\Desktop\Untitled-1.png"/>
          <p:cNvPicPr preferRelativeResize="0"/>
          <p:nvPr/>
        </p:nvPicPr>
        <p:blipFill rotWithShape="1">
          <a:blip r:embed="rId2"/>
          <a:srcRect/>
          <a:stretch>
            <a:fillRect/>
          </a:stretch>
        </p:blipFill>
        <p:spPr>
          <a:xfrm>
            <a:off x="1857375" y="3071813"/>
            <a:ext cx="5430838" cy="2803525"/>
          </a:xfrm>
          <a:prstGeom prst="rect">
            <a:avLst/>
          </a:prstGeom>
          <a:noFill/>
          <a:ln>
            <a:noFill/>
          </a:ln>
        </p:spPr>
      </p:pic>
      <p:sp>
        <p:nvSpPr>
          <p:cNvPr id="1048602" name="Google Shape;111;p3"/>
          <p:cNvSpPr txBox="1"/>
          <p:nvPr/>
        </p:nvSpPr>
        <p:spPr>
          <a:xfrm>
            <a:off x="190500" y="2286000"/>
            <a:ext cx="8558213" cy="3721735"/>
          </a:xfrm>
          <a:prstGeom prst="rect">
            <a:avLst/>
          </a:prstGeom>
          <a:noFill/>
          <a:ln>
            <a:noFill/>
          </a:ln>
        </p:spPr>
        <p:txBody>
          <a:bodyPr spcFirstLastPara="1" wrap="square" lIns="91425" tIns="45700" rIns="91425" bIns="45700" anchor="t" anchorCtr="0">
            <a:spAutoFit/>
          </a:bodyPr>
          <a:p>
            <a:pPr marL="0" marR="0" lvl="0" indent="0" algn="l" rtl="0">
              <a:spcBef>
                <a:spcPts val="480"/>
              </a:spcBef>
              <a:spcAft>
                <a:spcPts val="0"/>
              </a:spcAft>
              <a:buClr>
                <a:schemeClr val="dk1"/>
              </a:buClr>
              <a:buSzPts val="2400"/>
              <a:buFont typeface="Arial" panose="020B0604020202020204"/>
              <a:buNone/>
            </a:pPr>
            <a:r>
              <a:rPr sz="1600">
                <a:solidFill>
                  <a:schemeClr val="dk1"/>
                </a:solidFill>
                <a:latin typeface="Calibri" panose="020F0502020204030204"/>
                <a:ea typeface="Calibri" panose="020F0502020204030204"/>
                <a:cs typeface="Calibri" panose="020F0502020204030204"/>
                <a:sym typeface="Calibri" panose="020F0502020204030204"/>
              </a:rPr>
              <a:t>Spring JDBC:</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a:solidFill>
                  <a:schemeClr val="dk1"/>
                </a:solidFill>
                <a:latin typeface="Calibri" panose="020F0502020204030204"/>
                <a:ea typeface="Calibri" panose="020F0502020204030204"/>
                <a:cs typeface="Calibri" panose="020F0502020204030204"/>
                <a:sym typeface="Calibri" panose="020F0502020204030204"/>
              </a:rPr>
              <a:t>Lower-Level Access: </a:t>
            </a:r>
            <a:endParaRPr sz="16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a:solidFill>
                  <a:schemeClr val="dk1"/>
                </a:solidFill>
                <a:latin typeface="Calibri" panose="020F0502020204030204"/>
                <a:ea typeface="Calibri" panose="020F0502020204030204"/>
                <a:cs typeface="Calibri" panose="020F0502020204030204"/>
                <a:sym typeface="Calibri" panose="020F0502020204030204"/>
              </a:rPr>
              <a:t>Provides more direct interaction with the database using SQL queries.</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a:solidFill>
                  <a:schemeClr val="dk1"/>
                </a:solidFill>
                <a:latin typeface="Calibri" panose="020F0502020204030204"/>
                <a:ea typeface="Calibri" panose="020F0502020204030204"/>
                <a:cs typeface="Calibri" panose="020F0502020204030204"/>
                <a:sym typeface="Calibri" panose="020F0502020204030204"/>
              </a:rPr>
              <a:t>Flexibility: Suitable for complex queries or when you need fine-grained control.</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a:solidFill>
                  <a:schemeClr val="dk1"/>
                </a:solidFill>
                <a:latin typeface="Calibri" panose="020F0502020204030204"/>
                <a:ea typeface="Calibri" panose="020F0502020204030204"/>
                <a:cs typeface="Calibri" panose="020F0502020204030204"/>
                <a:sym typeface="Calibri" panose="020F0502020204030204"/>
              </a:rPr>
              <a:t>Spring Transactions:</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a:solidFill>
                  <a:schemeClr val="dk1"/>
                </a:solidFill>
                <a:latin typeface="Calibri" panose="020F0502020204030204"/>
                <a:ea typeface="Calibri" panose="020F0502020204030204"/>
                <a:cs typeface="Calibri" panose="020F0502020204030204"/>
                <a:sym typeface="Calibri" panose="020F0502020204030204"/>
              </a:rPr>
              <a:t>Reliability: </a:t>
            </a:r>
            <a:endParaRPr sz="16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a:solidFill>
                  <a:schemeClr val="dk1"/>
                </a:solidFill>
                <a:latin typeface="Calibri" panose="020F0502020204030204"/>
                <a:ea typeface="Calibri" panose="020F0502020204030204"/>
                <a:cs typeface="Calibri" panose="020F0502020204030204"/>
                <a:sym typeface="Calibri" panose="020F0502020204030204"/>
              </a:rPr>
              <a:t>Ensures data consistency by grouping multiple database operations into a single unit of work.</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a:solidFill>
                  <a:schemeClr val="dk1"/>
                </a:solidFill>
                <a:latin typeface="Calibri" panose="020F0502020204030204"/>
                <a:ea typeface="Calibri" panose="020F0502020204030204"/>
                <a:cs typeface="Calibri" panose="020F0502020204030204"/>
                <a:sym typeface="Calibri" panose="020F0502020204030204"/>
              </a:rPr>
              <a:t>Declarative: </a:t>
            </a:r>
            <a:endParaRPr sz="16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a:solidFill>
                  <a:schemeClr val="dk1"/>
                </a:solidFill>
                <a:latin typeface="Calibri" panose="020F0502020204030204"/>
                <a:ea typeface="Calibri" panose="020F0502020204030204"/>
                <a:cs typeface="Calibri" panose="020F0502020204030204"/>
                <a:sym typeface="Calibri" panose="020F0502020204030204"/>
              </a:rPr>
              <a:t>Use annotations (@Transactional) to manage transactions without writing boilerplate code.</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48603" name="Google Shape;112;p3"/>
          <p:cNvSpPr/>
          <p:nvPr/>
        </p:nvSpPr>
        <p:spPr>
          <a:xfrm>
            <a:off x="1270" y="1643063"/>
            <a:ext cx="9144000" cy="642937"/>
          </a:xfrm>
          <a:prstGeom prst="rect">
            <a:avLst/>
          </a:prstGeom>
          <a:solidFill>
            <a:srgbClr val="1F497D"/>
          </a:solidFill>
          <a:ln>
            <a:noFill/>
          </a:ln>
        </p:spPr>
        <p:txBody>
          <a:bodyPr spcFirstLastPara="1" wrap="square" lIns="91425" tIns="45700" rIns="91425" bIns="45700" anchor="ctr" anchorCtr="0">
            <a:noAutofit/>
          </a:bodyPr>
          <a:p>
            <a:pPr marL="0" marR="0" lvl="0" indent="0" algn="ctr" rtl="0">
              <a:spcBef>
                <a:spcPts val="0"/>
              </a:spcBef>
              <a:spcAft>
                <a:spcPts val="0"/>
              </a:spcAft>
              <a:buClr>
                <a:schemeClr val="dk1"/>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048604" name="Google Shape;113;p3"/>
          <p:cNvSpPr/>
          <p:nvPr/>
        </p:nvSpPr>
        <p:spPr>
          <a:xfrm>
            <a:off x="190500" y="1687513"/>
            <a:ext cx="8763000" cy="554037"/>
          </a:xfrm>
          <a:prstGeom prst="rect">
            <a:avLst/>
          </a:prstGeom>
          <a:noFill/>
          <a:ln>
            <a:noFill/>
          </a:ln>
        </p:spPr>
        <p:txBody>
          <a:bodyPr spcFirstLastPara="1" wrap="square" lIns="91425" tIns="45700" rIns="91425" bIns="45700" anchor="t" anchorCtr="0">
            <a:noAutofit/>
          </a:bodyPr>
          <a:p>
            <a:pPr marL="0" marR="0" lvl="0" indent="0" algn="l" rtl="0">
              <a:spcBef>
                <a:spcPts val="0"/>
              </a:spcBef>
              <a:spcAft>
                <a:spcPts val="0"/>
              </a:spcAft>
              <a:buClr>
                <a:schemeClr val="lt1"/>
              </a:buClr>
              <a:buSzPts val="3000"/>
              <a:buFont typeface="Arial" panose="020B0604020202020204"/>
              <a:buNone/>
            </a:pPr>
            <a:r>
              <a:rPr lang="en-IN" sz="1800" b="1" i="0" u="none" strike="noStrike" cap="none">
                <a:solidFill>
                  <a:schemeClr val="lt1"/>
                </a:solidFill>
                <a:latin typeface="Calibri" panose="020F0502020204030204"/>
                <a:ea typeface="Calibri" panose="020F0502020204030204"/>
                <a:cs typeface="Calibri" panose="020F0502020204030204"/>
                <a:sym typeface="Calibri" panose="020F0502020204030204"/>
              </a:rPr>
              <a:t>Spring boot database</a:t>
            </a:r>
            <a:endParaRPr lang="en-IN" sz="1800" b="1"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00" name="Shape 108"/>
        <p:cNvGrpSpPr/>
        <p:nvPr/>
      </p:nvGrpSpPr>
      <p:grpSpPr>
        <a:xfrm>
          <a:off x="0" y="0"/>
          <a:ext cx="0" cy="0"/>
          <a:chOff x="0" y="0"/>
          <a:chExt cx="0" cy="0"/>
        </a:xfrm>
      </p:grpSpPr>
      <p:pic>
        <p:nvPicPr>
          <p:cNvPr id="2097156" name="Google Shape;109;p3" descr="C:\Users\parul\Desktop\Digital Learning Content.png"/>
          <p:cNvPicPr preferRelativeResize="0"/>
          <p:nvPr/>
        </p:nvPicPr>
        <p:blipFill rotWithShape="1">
          <a:blip r:embed="rId1"/>
          <a:srcRect/>
          <a:stretch>
            <a:fillRect/>
          </a:stretch>
        </p:blipFill>
        <p:spPr>
          <a:xfrm>
            <a:off x="0" y="0"/>
            <a:ext cx="9144000" cy="6900863"/>
          </a:xfrm>
          <a:prstGeom prst="rect">
            <a:avLst/>
          </a:prstGeom>
          <a:noFill/>
          <a:ln>
            <a:noFill/>
          </a:ln>
        </p:spPr>
      </p:pic>
      <p:pic>
        <p:nvPicPr>
          <p:cNvPr id="2097157" name="Google Shape;110;p3" descr="C:\Users\parul\Desktop\Untitled-1.png"/>
          <p:cNvPicPr preferRelativeResize="0"/>
          <p:nvPr/>
        </p:nvPicPr>
        <p:blipFill rotWithShape="1">
          <a:blip r:embed="rId2"/>
          <a:srcRect/>
          <a:stretch>
            <a:fillRect/>
          </a:stretch>
        </p:blipFill>
        <p:spPr>
          <a:xfrm>
            <a:off x="1857375" y="3071813"/>
            <a:ext cx="5430838" cy="2803525"/>
          </a:xfrm>
          <a:prstGeom prst="rect">
            <a:avLst/>
          </a:prstGeom>
          <a:noFill/>
          <a:ln>
            <a:noFill/>
          </a:ln>
        </p:spPr>
      </p:pic>
      <p:sp>
        <p:nvSpPr>
          <p:cNvPr id="1048602" name="Google Shape;111;p3"/>
          <p:cNvSpPr txBox="1"/>
          <p:nvPr/>
        </p:nvSpPr>
        <p:spPr>
          <a:xfrm>
            <a:off x="190500" y="2286000"/>
            <a:ext cx="8558213" cy="3352165"/>
          </a:xfrm>
          <a:prstGeom prst="rect">
            <a:avLst/>
          </a:prstGeom>
          <a:noFill/>
          <a:ln>
            <a:noFill/>
          </a:ln>
        </p:spPr>
        <p:txBody>
          <a:bodyPr spcFirstLastPara="1" wrap="square" lIns="91425" tIns="45700" rIns="91425" bIns="45700" anchor="t" anchorCtr="0">
            <a:spAutoFit/>
          </a:bodyPr>
          <a:p>
            <a:pPr marL="0" marR="0" lvl="0" indent="0" algn="l" rtl="0">
              <a:spcBef>
                <a:spcPts val="480"/>
              </a:spcBef>
              <a:spcAft>
                <a:spcPts val="0"/>
              </a:spcAft>
              <a:buClr>
                <a:schemeClr val="dk1"/>
              </a:buClr>
              <a:buSzPts val="2400"/>
              <a:buFont typeface="Arial" panose="020B0604020202020204"/>
              <a:buNone/>
            </a:pPr>
            <a:r>
              <a:rPr sz="1600">
                <a:solidFill>
                  <a:schemeClr val="dk1"/>
                </a:solidFill>
                <a:latin typeface="Calibri" panose="020F0502020204030204"/>
                <a:ea typeface="Calibri" panose="020F0502020204030204"/>
                <a:cs typeface="Calibri" panose="020F0502020204030204"/>
                <a:sym typeface="Calibri" panose="020F0502020204030204"/>
              </a:rPr>
              <a:t>Example: </a:t>
            </a:r>
            <a:endParaRPr sz="16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a:solidFill>
                  <a:schemeClr val="dk1"/>
                </a:solidFill>
                <a:latin typeface="Calibri" panose="020F0502020204030204"/>
                <a:ea typeface="Calibri" panose="020F0502020204030204"/>
                <a:cs typeface="Calibri" panose="020F0502020204030204"/>
                <a:sym typeface="Calibri" panose="020F0502020204030204"/>
              </a:rPr>
              <a:t>Employee Management App</a:t>
            </a:r>
            <a:endParaRPr sz="16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a:solidFill>
                  <a:schemeClr val="dk1"/>
                </a:solidFill>
                <a:latin typeface="Calibri" panose="020F0502020204030204"/>
                <a:ea typeface="Calibri" panose="020F0502020204030204"/>
                <a:cs typeface="Calibri" panose="020F0502020204030204"/>
                <a:sym typeface="Calibri" panose="020F0502020204030204"/>
              </a:rPr>
              <a:t>Let's build a simple application to manage employee records using Spring Boot, Spring Data JPA, and an in-memory H2 database.</a:t>
            </a:r>
            <a:endParaRPr sz="16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endParaRPr sz="16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a:solidFill>
                  <a:schemeClr val="dk1"/>
                </a:solidFill>
                <a:latin typeface="Calibri" panose="020F0502020204030204"/>
                <a:ea typeface="Calibri" panose="020F0502020204030204"/>
                <a:cs typeface="Calibri" panose="020F0502020204030204"/>
                <a:sym typeface="Calibri" panose="020F0502020204030204"/>
              </a:rPr>
              <a:t>Project Setup:</a:t>
            </a:r>
            <a:endParaRPr sz="16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a:solidFill>
                  <a:schemeClr val="dk1"/>
                </a:solidFill>
                <a:latin typeface="Calibri" panose="020F0502020204030204"/>
                <a:ea typeface="Calibri" panose="020F0502020204030204"/>
                <a:cs typeface="Calibri" panose="020F0502020204030204"/>
                <a:sym typeface="Calibri" panose="020F0502020204030204"/>
              </a:rPr>
              <a:t>Spring Initializr: Use it to generate a Spring Boot project with the following dependencies:</a:t>
            </a:r>
            <a:endParaRPr sz="16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a:solidFill>
                  <a:schemeClr val="dk1"/>
                </a:solidFill>
                <a:latin typeface="Calibri" panose="020F0502020204030204"/>
                <a:ea typeface="Calibri" panose="020F0502020204030204"/>
                <a:cs typeface="Calibri" panose="020F0502020204030204"/>
                <a:sym typeface="Calibri" panose="020F0502020204030204"/>
              </a:rPr>
              <a:t>spring-boot-starter-web</a:t>
            </a:r>
            <a:endParaRPr sz="16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a:solidFill>
                  <a:schemeClr val="dk1"/>
                </a:solidFill>
                <a:latin typeface="Calibri" panose="020F0502020204030204"/>
                <a:ea typeface="Calibri" panose="020F0502020204030204"/>
                <a:cs typeface="Calibri" panose="020F0502020204030204"/>
                <a:sym typeface="Calibri" panose="020F0502020204030204"/>
              </a:rPr>
              <a:t>spring-boot-starter-data-jpa</a:t>
            </a:r>
            <a:endParaRPr sz="16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a:solidFill>
                  <a:schemeClr val="dk1"/>
                </a:solidFill>
                <a:latin typeface="Calibri" panose="020F0502020204030204"/>
                <a:ea typeface="Calibri" panose="020F0502020204030204"/>
                <a:cs typeface="Calibri" panose="020F0502020204030204"/>
                <a:sym typeface="Calibri" panose="020F0502020204030204"/>
              </a:rPr>
              <a:t>h2</a:t>
            </a:r>
            <a:endParaRPr sz="16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a:solidFill>
                  <a:schemeClr val="dk1"/>
                </a:solidFill>
                <a:latin typeface="Calibri" panose="020F0502020204030204"/>
                <a:ea typeface="Calibri" panose="020F0502020204030204"/>
                <a:cs typeface="Calibri" panose="020F0502020204030204"/>
                <a:sym typeface="Calibri" panose="020F0502020204030204"/>
              </a:rPr>
              <a:t>application.properties: Add properties for the H2 database:</a:t>
            </a:r>
            <a:endParaRPr sz="16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48603" name="Google Shape;112;p3"/>
          <p:cNvSpPr/>
          <p:nvPr/>
        </p:nvSpPr>
        <p:spPr>
          <a:xfrm>
            <a:off x="1270" y="1643063"/>
            <a:ext cx="9144000" cy="642937"/>
          </a:xfrm>
          <a:prstGeom prst="rect">
            <a:avLst/>
          </a:prstGeom>
          <a:solidFill>
            <a:srgbClr val="1F497D"/>
          </a:solidFill>
          <a:ln>
            <a:noFill/>
          </a:ln>
        </p:spPr>
        <p:txBody>
          <a:bodyPr spcFirstLastPara="1" wrap="square" lIns="91425" tIns="45700" rIns="91425" bIns="45700" anchor="ctr" anchorCtr="0">
            <a:noAutofit/>
          </a:bodyPr>
          <a:p>
            <a:pPr marL="0" marR="0" lvl="0" indent="0" algn="ctr" rtl="0">
              <a:spcBef>
                <a:spcPts val="0"/>
              </a:spcBef>
              <a:spcAft>
                <a:spcPts val="0"/>
              </a:spcAft>
              <a:buClr>
                <a:schemeClr val="dk1"/>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048604" name="Google Shape;113;p3"/>
          <p:cNvSpPr/>
          <p:nvPr/>
        </p:nvSpPr>
        <p:spPr>
          <a:xfrm>
            <a:off x="190500" y="1687513"/>
            <a:ext cx="8763000" cy="554037"/>
          </a:xfrm>
          <a:prstGeom prst="rect">
            <a:avLst/>
          </a:prstGeom>
          <a:noFill/>
          <a:ln>
            <a:noFill/>
          </a:ln>
        </p:spPr>
        <p:txBody>
          <a:bodyPr spcFirstLastPara="1" wrap="square" lIns="91425" tIns="45700" rIns="91425" bIns="45700" anchor="t" anchorCtr="0">
            <a:noAutofit/>
          </a:bodyPr>
          <a:p>
            <a:pPr marL="0" marR="0" lvl="0" indent="0" algn="l" rtl="0">
              <a:spcBef>
                <a:spcPts val="0"/>
              </a:spcBef>
              <a:spcAft>
                <a:spcPts val="0"/>
              </a:spcAft>
              <a:buClr>
                <a:schemeClr val="lt1"/>
              </a:buClr>
              <a:buSzPts val="3000"/>
              <a:buFont typeface="Arial" panose="020B0604020202020204"/>
              <a:buNone/>
            </a:pPr>
            <a:r>
              <a:rPr lang="en-IN" sz="1800" b="1" i="0" u="none" strike="noStrike" cap="none">
                <a:solidFill>
                  <a:schemeClr val="lt1"/>
                </a:solidFill>
                <a:latin typeface="Calibri" panose="020F0502020204030204"/>
                <a:ea typeface="Calibri" panose="020F0502020204030204"/>
                <a:cs typeface="Calibri" panose="020F0502020204030204"/>
                <a:sym typeface="Calibri" panose="020F0502020204030204"/>
              </a:rPr>
              <a:t>Example </a:t>
            </a:r>
            <a:endParaRPr lang="en-IN" sz="1800" b="1"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00" name="Shape 108"/>
        <p:cNvGrpSpPr/>
        <p:nvPr/>
      </p:nvGrpSpPr>
      <p:grpSpPr>
        <a:xfrm>
          <a:off x="0" y="0"/>
          <a:ext cx="0" cy="0"/>
          <a:chOff x="0" y="0"/>
          <a:chExt cx="0" cy="0"/>
        </a:xfrm>
      </p:grpSpPr>
      <p:pic>
        <p:nvPicPr>
          <p:cNvPr id="2097156" name="Google Shape;109;p3" descr="C:\Users\parul\Desktop\Digital Learning Content.png"/>
          <p:cNvPicPr preferRelativeResize="0"/>
          <p:nvPr/>
        </p:nvPicPr>
        <p:blipFill rotWithShape="1">
          <a:blip r:embed="rId1"/>
          <a:srcRect/>
          <a:stretch>
            <a:fillRect/>
          </a:stretch>
        </p:blipFill>
        <p:spPr>
          <a:xfrm>
            <a:off x="0" y="0"/>
            <a:ext cx="9144000" cy="6900863"/>
          </a:xfrm>
          <a:prstGeom prst="rect">
            <a:avLst/>
          </a:prstGeom>
          <a:noFill/>
          <a:ln>
            <a:noFill/>
          </a:ln>
        </p:spPr>
      </p:pic>
      <p:pic>
        <p:nvPicPr>
          <p:cNvPr id="2097157" name="Google Shape;110;p3" descr="C:\Users\parul\Desktop\Untitled-1.png"/>
          <p:cNvPicPr preferRelativeResize="0"/>
          <p:nvPr/>
        </p:nvPicPr>
        <p:blipFill rotWithShape="1">
          <a:blip r:embed="rId2"/>
          <a:srcRect/>
          <a:stretch>
            <a:fillRect/>
          </a:stretch>
        </p:blipFill>
        <p:spPr>
          <a:xfrm>
            <a:off x="1857375" y="3071813"/>
            <a:ext cx="5430838" cy="2803525"/>
          </a:xfrm>
          <a:prstGeom prst="rect">
            <a:avLst/>
          </a:prstGeom>
          <a:noFill/>
          <a:ln>
            <a:noFill/>
          </a:ln>
        </p:spPr>
      </p:pic>
      <p:sp>
        <p:nvSpPr>
          <p:cNvPr id="1048602" name="Google Shape;111;p3"/>
          <p:cNvSpPr txBox="1"/>
          <p:nvPr/>
        </p:nvSpPr>
        <p:spPr>
          <a:xfrm>
            <a:off x="190500" y="2286000"/>
            <a:ext cx="8558213" cy="2490470"/>
          </a:xfrm>
          <a:prstGeom prst="rect">
            <a:avLst/>
          </a:prstGeom>
          <a:noFill/>
          <a:ln>
            <a:noFill/>
          </a:ln>
        </p:spPr>
        <p:txBody>
          <a:bodyPr spcFirstLastPara="1" wrap="square" lIns="91425" tIns="45700" rIns="91425" bIns="45700" anchor="t" anchorCtr="0">
            <a:spAutoFit/>
          </a:bodyPr>
          <a:p>
            <a:pPr marL="0" marR="0" lvl="0" indent="0" algn="l" rtl="0">
              <a:spcBef>
                <a:spcPts val="480"/>
              </a:spcBef>
              <a:spcAft>
                <a:spcPts val="0"/>
              </a:spcAft>
              <a:buClr>
                <a:schemeClr val="dk1"/>
              </a:buClr>
              <a:buSzPts val="2400"/>
              <a:buFont typeface="Arial" panose="020B0604020202020204"/>
              <a:buNone/>
            </a:pPr>
            <a:endParaRPr sz="16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lang="en-IN" sz="1600">
                <a:solidFill>
                  <a:schemeClr val="dk1"/>
                </a:solidFill>
                <a:latin typeface="Calibri" panose="020F0502020204030204"/>
                <a:ea typeface="Calibri" panose="020F0502020204030204"/>
                <a:cs typeface="Calibri" panose="020F0502020204030204"/>
                <a:sym typeface="Calibri" panose="020F0502020204030204"/>
              </a:rPr>
              <a:t>Properties :</a:t>
            </a:r>
            <a:endParaRPr lang="en-IN" sz="16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endParaRPr sz="16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a:solidFill>
                  <a:schemeClr val="dk1"/>
                </a:solidFill>
                <a:latin typeface="Calibri" panose="020F0502020204030204"/>
                <a:ea typeface="Calibri" panose="020F0502020204030204"/>
                <a:cs typeface="Calibri" panose="020F0502020204030204"/>
                <a:sym typeface="Calibri" panose="020F0502020204030204"/>
              </a:rPr>
              <a:t>spring.datasource.url=jdbc:h2:mem:testdb</a:t>
            </a:r>
            <a:endParaRPr sz="16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a:solidFill>
                  <a:schemeClr val="dk1"/>
                </a:solidFill>
                <a:latin typeface="Calibri" panose="020F0502020204030204"/>
                <a:ea typeface="Calibri" panose="020F0502020204030204"/>
                <a:cs typeface="Calibri" panose="020F0502020204030204"/>
                <a:sym typeface="Calibri" panose="020F0502020204030204"/>
              </a:rPr>
              <a:t>spring.datasource.driverClassName=org.h2.Driver</a:t>
            </a:r>
            <a:endParaRPr sz="16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a:solidFill>
                  <a:schemeClr val="dk1"/>
                </a:solidFill>
                <a:latin typeface="Calibri" panose="020F0502020204030204"/>
                <a:ea typeface="Calibri" panose="020F0502020204030204"/>
                <a:cs typeface="Calibri" panose="020F0502020204030204"/>
                <a:sym typeface="Calibri" panose="020F0502020204030204"/>
              </a:rPr>
              <a:t>spring.datasource.username=sa</a:t>
            </a:r>
            <a:endParaRPr sz="16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a:solidFill>
                  <a:schemeClr val="dk1"/>
                </a:solidFill>
                <a:latin typeface="Calibri" panose="020F0502020204030204"/>
                <a:ea typeface="Calibri" panose="020F0502020204030204"/>
                <a:cs typeface="Calibri" panose="020F0502020204030204"/>
                <a:sym typeface="Calibri" panose="020F0502020204030204"/>
              </a:rPr>
              <a:t>spring.datasource.password=</a:t>
            </a:r>
            <a:endParaRPr sz="16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a:solidFill>
                  <a:schemeClr val="dk1"/>
                </a:solidFill>
                <a:latin typeface="Calibri" panose="020F0502020204030204"/>
                <a:ea typeface="Calibri" panose="020F0502020204030204"/>
                <a:cs typeface="Calibri" panose="020F0502020204030204"/>
                <a:sym typeface="Calibri" panose="020F0502020204030204"/>
              </a:rPr>
              <a:t>spring.jpa.database-platform=org.hibernate.dialect.H2Dialect</a:t>
            </a:r>
            <a:endParaRPr sz="16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48603" name="Google Shape;112;p3"/>
          <p:cNvSpPr/>
          <p:nvPr/>
        </p:nvSpPr>
        <p:spPr>
          <a:xfrm>
            <a:off x="1270" y="1643063"/>
            <a:ext cx="9144000" cy="642937"/>
          </a:xfrm>
          <a:prstGeom prst="rect">
            <a:avLst/>
          </a:prstGeom>
          <a:solidFill>
            <a:srgbClr val="1F497D"/>
          </a:solidFill>
          <a:ln>
            <a:noFill/>
          </a:ln>
        </p:spPr>
        <p:txBody>
          <a:bodyPr spcFirstLastPara="1" wrap="square" lIns="91425" tIns="45700" rIns="91425" bIns="45700" anchor="ctr" anchorCtr="0">
            <a:noAutofit/>
          </a:bodyPr>
          <a:p>
            <a:pPr marL="0" marR="0" lvl="0" indent="0" algn="ctr" rtl="0">
              <a:spcBef>
                <a:spcPts val="0"/>
              </a:spcBef>
              <a:spcAft>
                <a:spcPts val="0"/>
              </a:spcAft>
              <a:buClr>
                <a:schemeClr val="dk1"/>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048604" name="Google Shape;113;p3"/>
          <p:cNvSpPr/>
          <p:nvPr/>
        </p:nvSpPr>
        <p:spPr>
          <a:xfrm>
            <a:off x="190500" y="1687513"/>
            <a:ext cx="8763000" cy="554037"/>
          </a:xfrm>
          <a:prstGeom prst="rect">
            <a:avLst/>
          </a:prstGeom>
          <a:noFill/>
          <a:ln>
            <a:noFill/>
          </a:ln>
        </p:spPr>
        <p:txBody>
          <a:bodyPr spcFirstLastPara="1" wrap="square" lIns="91425" tIns="45700" rIns="91425" bIns="45700" anchor="t" anchorCtr="0">
            <a:noAutofit/>
          </a:bodyPr>
          <a:p>
            <a:pPr marL="0" marR="0" lvl="0" indent="0" algn="l" rtl="0">
              <a:spcBef>
                <a:spcPts val="0"/>
              </a:spcBef>
              <a:spcAft>
                <a:spcPts val="0"/>
              </a:spcAft>
              <a:buClr>
                <a:schemeClr val="lt1"/>
              </a:buClr>
              <a:buSzPts val="3000"/>
              <a:buFont typeface="Arial" panose="020B0604020202020204"/>
              <a:buNone/>
            </a:pPr>
            <a:r>
              <a:rPr lang="en-IN" sz="1800" b="1" i="0" u="none" strike="noStrike" cap="none">
                <a:solidFill>
                  <a:schemeClr val="lt1"/>
                </a:solidFill>
                <a:latin typeface="Calibri" panose="020F0502020204030204"/>
                <a:ea typeface="Calibri" panose="020F0502020204030204"/>
                <a:cs typeface="Calibri" panose="020F0502020204030204"/>
                <a:sym typeface="Calibri" panose="020F0502020204030204"/>
              </a:rPr>
              <a:t>Example </a:t>
            </a:r>
            <a:endParaRPr lang="en-IN" sz="1800" b="1"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00" name="Shape 108"/>
        <p:cNvGrpSpPr/>
        <p:nvPr/>
      </p:nvGrpSpPr>
      <p:grpSpPr>
        <a:xfrm>
          <a:off x="0" y="0"/>
          <a:ext cx="0" cy="0"/>
          <a:chOff x="0" y="0"/>
          <a:chExt cx="0" cy="0"/>
        </a:xfrm>
      </p:grpSpPr>
      <p:pic>
        <p:nvPicPr>
          <p:cNvPr id="2097156" name="Google Shape;109;p3" descr="C:\Users\parul\Desktop\Digital Learning Content.png"/>
          <p:cNvPicPr preferRelativeResize="0"/>
          <p:nvPr/>
        </p:nvPicPr>
        <p:blipFill rotWithShape="1">
          <a:blip r:embed="rId1"/>
          <a:srcRect/>
          <a:stretch>
            <a:fillRect/>
          </a:stretch>
        </p:blipFill>
        <p:spPr>
          <a:xfrm>
            <a:off x="0" y="0"/>
            <a:ext cx="9144000" cy="6900863"/>
          </a:xfrm>
          <a:prstGeom prst="rect">
            <a:avLst/>
          </a:prstGeom>
          <a:noFill/>
          <a:ln>
            <a:noFill/>
          </a:ln>
        </p:spPr>
      </p:pic>
      <p:pic>
        <p:nvPicPr>
          <p:cNvPr id="2097157" name="Google Shape;110;p3" descr="C:\Users\parul\Desktop\Untitled-1.png"/>
          <p:cNvPicPr preferRelativeResize="0"/>
          <p:nvPr/>
        </p:nvPicPr>
        <p:blipFill rotWithShape="1">
          <a:blip r:embed="rId2"/>
          <a:srcRect/>
          <a:stretch>
            <a:fillRect/>
          </a:stretch>
        </p:blipFill>
        <p:spPr>
          <a:xfrm>
            <a:off x="1857375" y="3071813"/>
            <a:ext cx="5430838" cy="2803525"/>
          </a:xfrm>
          <a:prstGeom prst="rect">
            <a:avLst/>
          </a:prstGeom>
          <a:noFill/>
          <a:ln>
            <a:noFill/>
          </a:ln>
        </p:spPr>
      </p:pic>
      <p:sp>
        <p:nvSpPr>
          <p:cNvPr id="1048602" name="Google Shape;111;p3"/>
          <p:cNvSpPr txBox="1"/>
          <p:nvPr/>
        </p:nvSpPr>
        <p:spPr>
          <a:xfrm>
            <a:off x="190500" y="2286000"/>
            <a:ext cx="8558213" cy="3721735"/>
          </a:xfrm>
          <a:prstGeom prst="rect">
            <a:avLst/>
          </a:prstGeom>
          <a:noFill/>
          <a:ln>
            <a:noFill/>
          </a:ln>
        </p:spPr>
        <p:txBody>
          <a:bodyPr spcFirstLastPara="1" wrap="square" lIns="91425" tIns="45700" rIns="91425" bIns="45700" anchor="t" anchorCtr="0">
            <a:spAutoFit/>
          </a:bodyPr>
          <a:p>
            <a:pPr marL="0" marR="0" lvl="0" indent="0" algn="l" rtl="0">
              <a:spcBef>
                <a:spcPts val="480"/>
              </a:spcBef>
              <a:spcAft>
                <a:spcPts val="0"/>
              </a:spcAft>
              <a:buClr>
                <a:schemeClr val="dk1"/>
              </a:buClr>
              <a:buSzPts val="2400"/>
              <a:buFont typeface="Arial" panose="020B0604020202020204"/>
              <a:buNone/>
            </a:pPr>
            <a:endParaRPr sz="16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lang="en-IN" sz="1600">
                <a:solidFill>
                  <a:schemeClr val="dk1"/>
                </a:solidFill>
                <a:latin typeface="Calibri" panose="020F0502020204030204"/>
                <a:ea typeface="Calibri" panose="020F0502020204030204"/>
                <a:cs typeface="Calibri" panose="020F0502020204030204"/>
                <a:sym typeface="Calibri" panose="020F0502020204030204"/>
              </a:rPr>
              <a:t>Entity:</a:t>
            </a:r>
            <a:endParaRPr lang="en-IN" sz="16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lang="en-IN" sz="1600">
                <a:solidFill>
                  <a:schemeClr val="dk1"/>
                </a:solidFill>
                <a:latin typeface="Calibri" panose="020F0502020204030204"/>
                <a:ea typeface="Calibri" panose="020F0502020204030204"/>
                <a:cs typeface="Calibri" panose="020F0502020204030204"/>
                <a:sym typeface="Calibri" panose="020F0502020204030204"/>
              </a:rPr>
              <a:t>Create an Employee entity:</a:t>
            </a:r>
            <a:endParaRPr lang="en-IN" sz="16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lang="en-IN" sz="1600">
                <a:solidFill>
                  <a:schemeClr val="dk1"/>
                </a:solidFill>
                <a:latin typeface="Calibri" panose="020F0502020204030204"/>
                <a:ea typeface="Calibri" panose="020F0502020204030204"/>
                <a:cs typeface="Calibri" panose="020F0502020204030204"/>
                <a:sym typeface="Calibri" panose="020F0502020204030204"/>
              </a:rPr>
              <a:t>Java</a:t>
            </a:r>
            <a:endParaRPr lang="en-IN" sz="16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lang="en-IN" sz="1600">
                <a:solidFill>
                  <a:schemeClr val="dk1"/>
                </a:solidFill>
                <a:latin typeface="Calibri" panose="020F0502020204030204"/>
                <a:ea typeface="Calibri" panose="020F0502020204030204"/>
                <a:cs typeface="Calibri" panose="020F0502020204030204"/>
                <a:sym typeface="Calibri" panose="020F0502020204030204"/>
              </a:rPr>
              <a:t>@Entity</a:t>
            </a:r>
            <a:endParaRPr lang="en-IN" sz="16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lang="en-IN" sz="1600">
                <a:solidFill>
                  <a:schemeClr val="dk1"/>
                </a:solidFill>
                <a:latin typeface="Calibri" panose="020F0502020204030204"/>
                <a:ea typeface="Calibri" panose="020F0502020204030204"/>
                <a:cs typeface="Calibri" panose="020F0502020204030204"/>
                <a:sym typeface="Calibri" panose="020F0502020204030204"/>
              </a:rPr>
              <a:t>public class Employee {</a:t>
            </a:r>
            <a:endParaRPr lang="en-IN" sz="16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lang="en-IN" sz="1600">
                <a:solidFill>
                  <a:schemeClr val="dk1"/>
                </a:solidFill>
                <a:latin typeface="Calibri" panose="020F0502020204030204"/>
                <a:ea typeface="Calibri" panose="020F0502020204030204"/>
                <a:cs typeface="Calibri" panose="020F0502020204030204"/>
                <a:sym typeface="Calibri" panose="020F0502020204030204"/>
              </a:rPr>
              <a:t>    @Id @GeneratedValue</a:t>
            </a:r>
            <a:endParaRPr lang="en-IN" sz="16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lang="en-IN" sz="1600">
                <a:solidFill>
                  <a:schemeClr val="dk1"/>
                </a:solidFill>
                <a:latin typeface="Calibri" panose="020F0502020204030204"/>
                <a:ea typeface="Calibri" panose="020F0502020204030204"/>
                <a:cs typeface="Calibri" panose="020F0502020204030204"/>
                <a:sym typeface="Calibri" panose="020F0502020204030204"/>
              </a:rPr>
              <a:t>    private Long id;</a:t>
            </a:r>
            <a:endParaRPr lang="en-IN" sz="16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lang="en-IN" sz="1600">
                <a:solidFill>
                  <a:schemeClr val="dk1"/>
                </a:solidFill>
                <a:latin typeface="Calibri" panose="020F0502020204030204"/>
                <a:ea typeface="Calibri" panose="020F0502020204030204"/>
                <a:cs typeface="Calibri" panose="020F0502020204030204"/>
                <a:sym typeface="Calibri" panose="020F0502020204030204"/>
              </a:rPr>
              <a:t>    private String name;</a:t>
            </a:r>
            <a:endParaRPr lang="en-IN" sz="16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lang="en-IN" sz="1600">
                <a:solidFill>
                  <a:schemeClr val="dk1"/>
                </a:solidFill>
                <a:latin typeface="Calibri" panose="020F0502020204030204"/>
                <a:ea typeface="Calibri" panose="020F0502020204030204"/>
                <a:cs typeface="Calibri" panose="020F0502020204030204"/>
                <a:sym typeface="Calibri" panose="020F0502020204030204"/>
              </a:rPr>
              <a:t>    private String email;</a:t>
            </a:r>
            <a:endParaRPr lang="en-IN" sz="16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lang="en-IN" sz="1600">
                <a:solidFill>
                  <a:schemeClr val="dk1"/>
                </a:solidFill>
                <a:latin typeface="Calibri" panose="020F0502020204030204"/>
                <a:ea typeface="Calibri" panose="020F0502020204030204"/>
                <a:cs typeface="Calibri" panose="020F0502020204030204"/>
                <a:sym typeface="Calibri" panose="020F0502020204030204"/>
              </a:rPr>
              <a:t>    // getters, setters, constructor, toString</a:t>
            </a:r>
            <a:endParaRPr lang="en-IN" sz="16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lang="en-IN" sz="1600">
                <a:solidFill>
                  <a:schemeClr val="dk1"/>
                </a:solidFill>
                <a:latin typeface="Calibri" panose="020F0502020204030204"/>
                <a:ea typeface="Calibri" panose="020F0502020204030204"/>
                <a:cs typeface="Calibri" panose="020F0502020204030204"/>
                <a:sym typeface="Calibri" panose="020F0502020204030204"/>
              </a:rPr>
              <a:t>}</a:t>
            </a:r>
            <a:endParaRPr lang="en-IN" sz="16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48603" name="Google Shape;112;p3"/>
          <p:cNvSpPr/>
          <p:nvPr/>
        </p:nvSpPr>
        <p:spPr>
          <a:xfrm>
            <a:off x="1270" y="1643063"/>
            <a:ext cx="9144000" cy="642937"/>
          </a:xfrm>
          <a:prstGeom prst="rect">
            <a:avLst/>
          </a:prstGeom>
          <a:solidFill>
            <a:srgbClr val="1F497D"/>
          </a:solidFill>
          <a:ln>
            <a:noFill/>
          </a:ln>
        </p:spPr>
        <p:txBody>
          <a:bodyPr spcFirstLastPara="1" wrap="square" lIns="91425" tIns="45700" rIns="91425" bIns="45700" anchor="ctr" anchorCtr="0">
            <a:noAutofit/>
          </a:bodyPr>
          <a:p>
            <a:pPr marL="0" marR="0" lvl="0" indent="0" algn="ctr" rtl="0">
              <a:spcBef>
                <a:spcPts val="0"/>
              </a:spcBef>
              <a:spcAft>
                <a:spcPts val="0"/>
              </a:spcAft>
              <a:buClr>
                <a:schemeClr val="dk1"/>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048604" name="Google Shape;113;p3"/>
          <p:cNvSpPr/>
          <p:nvPr/>
        </p:nvSpPr>
        <p:spPr>
          <a:xfrm>
            <a:off x="190500" y="1687513"/>
            <a:ext cx="8763000" cy="554037"/>
          </a:xfrm>
          <a:prstGeom prst="rect">
            <a:avLst/>
          </a:prstGeom>
          <a:noFill/>
          <a:ln>
            <a:noFill/>
          </a:ln>
        </p:spPr>
        <p:txBody>
          <a:bodyPr spcFirstLastPara="1" wrap="square" lIns="91425" tIns="45700" rIns="91425" bIns="45700" anchor="t" anchorCtr="0">
            <a:noAutofit/>
          </a:bodyPr>
          <a:p>
            <a:pPr marL="0" marR="0" lvl="0" indent="0" algn="l" rtl="0">
              <a:spcBef>
                <a:spcPts val="0"/>
              </a:spcBef>
              <a:spcAft>
                <a:spcPts val="0"/>
              </a:spcAft>
              <a:buClr>
                <a:schemeClr val="lt1"/>
              </a:buClr>
              <a:buSzPts val="3000"/>
              <a:buFont typeface="Arial" panose="020B0604020202020204"/>
              <a:buNone/>
            </a:pPr>
            <a:r>
              <a:rPr lang="en-IN" sz="1800" b="1" i="0" u="none" strike="noStrike" cap="none">
                <a:solidFill>
                  <a:schemeClr val="lt1"/>
                </a:solidFill>
                <a:latin typeface="Calibri" panose="020F0502020204030204"/>
                <a:ea typeface="Calibri" panose="020F0502020204030204"/>
                <a:cs typeface="Calibri" panose="020F0502020204030204"/>
                <a:sym typeface="Calibri" panose="020F0502020204030204"/>
              </a:rPr>
              <a:t>Example </a:t>
            </a:r>
            <a:endParaRPr lang="en-IN" sz="1800" b="1"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00" name="Shape 108"/>
        <p:cNvGrpSpPr/>
        <p:nvPr/>
      </p:nvGrpSpPr>
      <p:grpSpPr>
        <a:xfrm>
          <a:off x="0" y="0"/>
          <a:ext cx="0" cy="0"/>
          <a:chOff x="0" y="0"/>
          <a:chExt cx="0" cy="0"/>
        </a:xfrm>
      </p:grpSpPr>
      <p:pic>
        <p:nvPicPr>
          <p:cNvPr id="2097156" name="Google Shape;109;p3" descr="C:\Users\parul\Desktop\Digital Learning Content.png"/>
          <p:cNvPicPr preferRelativeResize="0"/>
          <p:nvPr/>
        </p:nvPicPr>
        <p:blipFill rotWithShape="1">
          <a:blip r:embed="rId1"/>
          <a:srcRect/>
          <a:stretch>
            <a:fillRect/>
          </a:stretch>
        </p:blipFill>
        <p:spPr>
          <a:xfrm>
            <a:off x="0" y="0"/>
            <a:ext cx="9144000" cy="6900863"/>
          </a:xfrm>
          <a:prstGeom prst="rect">
            <a:avLst/>
          </a:prstGeom>
          <a:noFill/>
          <a:ln>
            <a:noFill/>
          </a:ln>
        </p:spPr>
      </p:pic>
      <p:pic>
        <p:nvPicPr>
          <p:cNvPr id="2097157" name="Google Shape;110;p3" descr="C:\Users\parul\Desktop\Untitled-1.png"/>
          <p:cNvPicPr preferRelativeResize="0"/>
          <p:nvPr/>
        </p:nvPicPr>
        <p:blipFill rotWithShape="1">
          <a:blip r:embed="rId2"/>
          <a:srcRect/>
          <a:stretch>
            <a:fillRect/>
          </a:stretch>
        </p:blipFill>
        <p:spPr>
          <a:xfrm>
            <a:off x="1857375" y="3071813"/>
            <a:ext cx="5430838" cy="2803525"/>
          </a:xfrm>
          <a:prstGeom prst="rect">
            <a:avLst/>
          </a:prstGeom>
          <a:noFill/>
          <a:ln>
            <a:noFill/>
          </a:ln>
        </p:spPr>
      </p:pic>
      <p:sp>
        <p:nvSpPr>
          <p:cNvPr id="1048602" name="Google Shape;111;p3"/>
          <p:cNvSpPr txBox="1"/>
          <p:nvPr/>
        </p:nvSpPr>
        <p:spPr>
          <a:xfrm>
            <a:off x="190500" y="2286000"/>
            <a:ext cx="8558213" cy="4337050"/>
          </a:xfrm>
          <a:prstGeom prst="rect">
            <a:avLst/>
          </a:prstGeom>
          <a:noFill/>
          <a:ln>
            <a:noFill/>
          </a:ln>
        </p:spPr>
        <p:txBody>
          <a:bodyPr spcFirstLastPara="1" wrap="square" lIns="91425" tIns="45700" rIns="91425" bIns="45700" anchor="t" anchorCtr="0">
            <a:spAutoFit/>
          </a:bodyPr>
          <a:p>
            <a:pPr marL="0" marR="0" lvl="0" indent="0" algn="l" rtl="0">
              <a:spcBef>
                <a:spcPts val="480"/>
              </a:spcBef>
              <a:spcAft>
                <a:spcPts val="0"/>
              </a:spcAft>
              <a:buClr>
                <a:schemeClr val="dk1"/>
              </a:buClr>
              <a:buSzPts val="2400"/>
              <a:buFont typeface="Arial" panose="020B0604020202020204"/>
              <a:buNone/>
            </a:pPr>
            <a:r>
              <a:rPr lang="en-IN" sz="1600">
                <a:solidFill>
                  <a:schemeClr val="dk1"/>
                </a:solidFill>
                <a:latin typeface="Calibri" panose="020F0502020204030204"/>
                <a:ea typeface="Calibri" panose="020F0502020204030204"/>
                <a:cs typeface="Calibri" panose="020F0502020204030204"/>
                <a:sym typeface="Calibri" panose="020F0502020204030204"/>
              </a:rPr>
              <a:t>Entity  -----Create an Employee entity:</a:t>
            </a:r>
            <a:endParaRPr lang="en-IN" sz="16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lang="en-IN" sz="1600">
                <a:solidFill>
                  <a:schemeClr val="dk1"/>
                </a:solidFill>
                <a:latin typeface="Calibri" panose="020F0502020204030204"/>
                <a:ea typeface="Calibri" panose="020F0502020204030204"/>
                <a:cs typeface="Calibri" panose="020F0502020204030204"/>
                <a:sym typeface="Calibri" panose="020F0502020204030204"/>
              </a:rPr>
              <a:t>@Entity</a:t>
            </a:r>
            <a:endParaRPr lang="en-IN" sz="16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lang="en-IN" sz="1600">
                <a:solidFill>
                  <a:schemeClr val="dk1"/>
                </a:solidFill>
                <a:latin typeface="Calibri" panose="020F0502020204030204"/>
                <a:ea typeface="Calibri" panose="020F0502020204030204"/>
                <a:cs typeface="Calibri" panose="020F0502020204030204"/>
                <a:sym typeface="Calibri" panose="020F0502020204030204"/>
              </a:rPr>
              <a:t>public class Employee {</a:t>
            </a:r>
            <a:endParaRPr lang="en-IN" sz="16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lang="en-IN" sz="1600">
                <a:solidFill>
                  <a:schemeClr val="dk1"/>
                </a:solidFill>
                <a:latin typeface="Calibri" panose="020F0502020204030204"/>
                <a:ea typeface="Calibri" panose="020F0502020204030204"/>
                <a:cs typeface="Calibri" panose="020F0502020204030204"/>
                <a:sym typeface="Calibri" panose="020F0502020204030204"/>
              </a:rPr>
              <a:t>    @Id @GeneratedValue</a:t>
            </a:r>
            <a:endParaRPr lang="en-IN" sz="16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lang="en-IN" sz="1600">
                <a:solidFill>
                  <a:schemeClr val="dk1"/>
                </a:solidFill>
                <a:latin typeface="Calibri" panose="020F0502020204030204"/>
                <a:ea typeface="Calibri" panose="020F0502020204030204"/>
                <a:cs typeface="Calibri" panose="020F0502020204030204"/>
                <a:sym typeface="Calibri" panose="020F0502020204030204"/>
              </a:rPr>
              <a:t>    private Long id;</a:t>
            </a:r>
            <a:endParaRPr lang="en-IN" sz="16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lang="en-IN" sz="1600">
                <a:solidFill>
                  <a:schemeClr val="dk1"/>
                </a:solidFill>
                <a:latin typeface="Calibri" panose="020F0502020204030204"/>
                <a:ea typeface="Calibri" panose="020F0502020204030204"/>
                <a:cs typeface="Calibri" panose="020F0502020204030204"/>
                <a:sym typeface="Calibri" panose="020F0502020204030204"/>
              </a:rPr>
              <a:t>    private String name;</a:t>
            </a:r>
            <a:endParaRPr lang="en-IN" sz="16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lang="en-IN" sz="1600">
                <a:solidFill>
                  <a:schemeClr val="dk1"/>
                </a:solidFill>
                <a:latin typeface="Calibri" panose="020F0502020204030204"/>
                <a:ea typeface="Calibri" panose="020F0502020204030204"/>
                <a:cs typeface="Calibri" panose="020F0502020204030204"/>
                <a:sym typeface="Calibri" panose="020F0502020204030204"/>
              </a:rPr>
              <a:t>    private String email;</a:t>
            </a:r>
            <a:endParaRPr lang="en-IN" sz="16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lang="en-IN" sz="1600">
                <a:solidFill>
                  <a:schemeClr val="dk1"/>
                </a:solidFill>
                <a:latin typeface="Calibri" panose="020F0502020204030204"/>
                <a:ea typeface="Calibri" panose="020F0502020204030204"/>
                <a:cs typeface="Calibri" panose="020F0502020204030204"/>
                <a:sym typeface="Calibri" panose="020F0502020204030204"/>
              </a:rPr>
              <a:t>    // getters, setters, constructor, toString</a:t>
            </a:r>
            <a:endParaRPr lang="en-IN" sz="16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lang="en-IN" sz="1600">
                <a:solidFill>
                  <a:schemeClr val="dk1"/>
                </a:solidFill>
                <a:latin typeface="Calibri" panose="020F0502020204030204"/>
                <a:ea typeface="Calibri" panose="020F0502020204030204"/>
                <a:cs typeface="Calibri" panose="020F0502020204030204"/>
                <a:sym typeface="Calibri" panose="020F0502020204030204"/>
              </a:rPr>
              <a:t>}</a:t>
            </a:r>
            <a:endParaRPr lang="en-IN" sz="16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lang="en-IN" sz="1600" b="1">
                <a:solidFill>
                  <a:schemeClr val="dk1"/>
                </a:solidFill>
                <a:latin typeface="Calibri" panose="020F0502020204030204"/>
                <a:ea typeface="Calibri" panose="020F0502020204030204"/>
                <a:cs typeface="Calibri" panose="020F0502020204030204"/>
                <a:sym typeface="Calibri" panose="020F0502020204030204"/>
              </a:rPr>
              <a:t>Repository:</a:t>
            </a:r>
            <a:endParaRPr lang="en-IN" sz="1600" b="1">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lang="en-IN" sz="1600">
                <a:solidFill>
                  <a:schemeClr val="dk1"/>
                </a:solidFill>
                <a:latin typeface="Calibri" panose="020F0502020204030204"/>
                <a:ea typeface="Calibri" panose="020F0502020204030204"/>
                <a:cs typeface="Calibri" panose="020F0502020204030204"/>
                <a:sym typeface="Calibri" panose="020F0502020204030204"/>
              </a:rPr>
              <a:t>Create an EmployeeRepository interface:</a:t>
            </a:r>
            <a:endParaRPr lang="en-IN" sz="16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lang="en-IN" sz="1600">
                <a:solidFill>
                  <a:schemeClr val="dk1"/>
                </a:solidFill>
                <a:latin typeface="Calibri" panose="020F0502020204030204"/>
                <a:ea typeface="Calibri" panose="020F0502020204030204"/>
                <a:cs typeface="Calibri" panose="020F0502020204030204"/>
                <a:sym typeface="Calibri" panose="020F0502020204030204"/>
              </a:rPr>
              <a:t>Java</a:t>
            </a:r>
            <a:endParaRPr lang="en-IN" sz="16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lang="en-IN" sz="1600">
                <a:solidFill>
                  <a:schemeClr val="dk1"/>
                </a:solidFill>
                <a:latin typeface="Calibri" panose="020F0502020204030204"/>
                <a:ea typeface="Calibri" panose="020F0502020204030204"/>
                <a:cs typeface="Calibri" panose="020F0502020204030204"/>
                <a:sym typeface="Calibri" panose="020F0502020204030204"/>
              </a:rPr>
              <a:t>@Repository</a:t>
            </a:r>
            <a:endParaRPr lang="en-IN" sz="16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lang="en-IN" sz="1600">
                <a:solidFill>
                  <a:schemeClr val="dk1"/>
                </a:solidFill>
                <a:latin typeface="Calibri" panose="020F0502020204030204"/>
                <a:ea typeface="Calibri" panose="020F0502020204030204"/>
                <a:cs typeface="Calibri" panose="020F0502020204030204"/>
                <a:sym typeface="Calibri" panose="020F0502020204030204"/>
              </a:rPr>
              <a:t>public interface EmployeeRepository extends JpaRepository&lt;Employee, Long&gt; {}</a:t>
            </a:r>
            <a:endParaRPr lang="en-IN" sz="16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48603" name="Google Shape;112;p3"/>
          <p:cNvSpPr/>
          <p:nvPr/>
        </p:nvSpPr>
        <p:spPr>
          <a:xfrm>
            <a:off x="1270" y="1643063"/>
            <a:ext cx="9144000" cy="642937"/>
          </a:xfrm>
          <a:prstGeom prst="rect">
            <a:avLst/>
          </a:prstGeom>
          <a:solidFill>
            <a:srgbClr val="1F497D"/>
          </a:solidFill>
          <a:ln>
            <a:noFill/>
          </a:ln>
        </p:spPr>
        <p:txBody>
          <a:bodyPr spcFirstLastPara="1" wrap="square" lIns="91425" tIns="45700" rIns="91425" bIns="45700" anchor="ctr" anchorCtr="0">
            <a:noAutofit/>
          </a:bodyPr>
          <a:p>
            <a:pPr marL="0" marR="0" lvl="0" indent="0" algn="ctr" rtl="0">
              <a:spcBef>
                <a:spcPts val="0"/>
              </a:spcBef>
              <a:spcAft>
                <a:spcPts val="0"/>
              </a:spcAft>
              <a:buClr>
                <a:schemeClr val="dk1"/>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048604" name="Google Shape;113;p3"/>
          <p:cNvSpPr/>
          <p:nvPr/>
        </p:nvSpPr>
        <p:spPr>
          <a:xfrm>
            <a:off x="190500" y="1687513"/>
            <a:ext cx="8763000" cy="554037"/>
          </a:xfrm>
          <a:prstGeom prst="rect">
            <a:avLst/>
          </a:prstGeom>
          <a:noFill/>
          <a:ln>
            <a:noFill/>
          </a:ln>
        </p:spPr>
        <p:txBody>
          <a:bodyPr spcFirstLastPara="1" wrap="square" lIns="91425" tIns="45700" rIns="91425" bIns="45700" anchor="t" anchorCtr="0">
            <a:noAutofit/>
          </a:bodyPr>
          <a:p>
            <a:pPr marL="0" marR="0" lvl="0" indent="0" algn="l" rtl="0">
              <a:spcBef>
                <a:spcPts val="0"/>
              </a:spcBef>
              <a:spcAft>
                <a:spcPts val="0"/>
              </a:spcAft>
              <a:buClr>
                <a:schemeClr val="lt1"/>
              </a:buClr>
              <a:buSzPts val="3000"/>
              <a:buFont typeface="Arial" panose="020B0604020202020204"/>
              <a:buNone/>
            </a:pPr>
            <a:r>
              <a:rPr lang="en-IN" sz="1800" b="1" i="0" u="none" strike="noStrike" cap="none">
                <a:solidFill>
                  <a:schemeClr val="lt1"/>
                </a:solidFill>
                <a:latin typeface="Calibri" panose="020F0502020204030204"/>
                <a:ea typeface="Calibri" panose="020F0502020204030204"/>
                <a:cs typeface="Calibri" panose="020F0502020204030204"/>
                <a:sym typeface="Calibri" panose="020F0502020204030204"/>
              </a:rPr>
              <a:t>Example </a:t>
            </a:r>
            <a:endParaRPr lang="en-IN" sz="1800" b="1"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00" name="Shape 108"/>
        <p:cNvGrpSpPr/>
        <p:nvPr/>
      </p:nvGrpSpPr>
      <p:grpSpPr>
        <a:xfrm>
          <a:off x="0" y="0"/>
          <a:ext cx="0" cy="0"/>
          <a:chOff x="0" y="0"/>
          <a:chExt cx="0" cy="0"/>
        </a:xfrm>
      </p:grpSpPr>
      <p:pic>
        <p:nvPicPr>
          <p:cNvPr id="2097156" name="Google Shape;109;p3" descr="C:\Users\parul\Desktop\Digital Learning Content.png"/>
          <p:cNvPicPr preferRelativeResize="0"/>
          <p:nvPr/>
        </p:nvPicPr>
        <p:blipFill rotWithShape="1">
          <a:blip r:embed="rId1"/>
          <a:srcRect/>
          <a:stretch>
            <a:fillRect/>
          </a:stretch>
        </p:blipFill>
        <p:spPr>
          <a:xfrm>
            <a:off x="0" y="0"/>
            <a:ext cx="9144000" cy="6900863"/>
          </a:xfrm>
          <a:prstGeom prst="rect">
            <a:avLst/>
          </a:prstGeom>
          <a:noFill/>
          <a:ln>
            <a:noFill/>
          </a:ln>
        </p:spPr>
      </p:pic>
      <p:pic>
        <p:nvPicPr>
          <p:cNvPr id="2097157" name="Google Shape;110;p3" descr="C:\Users\parul\Desktop\Untitled-1.png"/>
          <p:cNvPicPr preferRelativeResize="0"/>
          <p:nvPr/>
        </p:nvPicPr>
        <p:blipFill rotWithShape="1">
          <a:blip r:embed="rId2"/>
          <a:srcRect/>
          <a:stretch>
            <a:fillRect/>
          </a:stretch>
        </p:blipFill>
        <p:spPr>
          <a:xfrm>
            <a:off x="1857375" y="3071813"/>
            <a:ext cx="5430838" cy="2803525"/>
          </a:xfrm>
          <a:prstGeom prst="rect">
            <a:avLst/>
          </a:prstGeom>
          <a:noFill/>
          <a:ln>
            <a:noFill/>
          </a:ln>
        </p:spPr>
      </p:pic>
      <p:sp>
        <p:nvSpPr>
          <p:cNvPr id="1048602" name="Google Shape;111;p3"/>
          <p:cNvSpPr txBox="1"/>
          <p:nvPr/>
        </p:nvSpPr>
        <p:spPr>
          <a:xfrm>
            <a:off x="190500" y="2286000"/>
            <a:ext cx="8558213" cy="4337050"/>
          </a:xfrm>
          <a:prstGeom prst="rect">
            <a:avLst/>
          </a:prstGeom>
          <a:noFill/>
          <a:ln>
            <a:noFill/>
          </a:ln>
        </p:spPr>
        <p:txBody>
          <a:bodyPr spcFirstLastPara="1" wrap="square" lIns="91425" tIns="45700" rIns="91425" bIns="45700" anchor="t" anchorCtr="0">
            <a:spAutoFit/>
          </a:bodyPr>
          <a:p>
            <a:pPr marL="0" marR="0" lvl="0" indent="0" algn="l" rtl="0">
              <a:spcBef>
                <a:spcPts val="480"/>
              </a:spcBef>
              <a:spcAft>
                <a:spcPts val="0"/>
              </a:spcAft>
              <a:buClr>
                <a:schemeClr val="dk1"/>
              </a:buClr>
              <a:buSzPts val="2400"/>
              <a:buFont typeface="Arial" panose="020B0604020202020204"/>
              <a:buNone/>
            </a:pPr>
            <a:r>
              <a:rPr lang="en-IN" sz="1600" b="1">
                <a:solidFill>
                  <a:schemeClr val="dk1"/>
                </a:solidFill>
                <a:latin typeface="Calibri" panose="020F0502020204030204"/>
                <a:ea typeface="Calibri" panose="020F0502020204030204"/>
                <a:cs typeface="Calibri" panose="020F0502020204030204"/>
                <a:sym typeface="Calibri" panose="020F0502020204030204"/>
              </a:rPr>
              <a:t>Controller:</a:t>
            </a:r>
            <a:endParaRPr lang="en-IN" sz="1600" b="1">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lang="en-IN" sz="1600">
                <a:solidFill>
                  <a:schemeClr val="dk1"/>
                </a:solidFill>
                <a:latin typeface="Calibri" panose="020F0502020204030204"/>
                <a:ea typeface="Calibri" panose="020F0502020204030204"/>
                <a:cs typeface="Calibri" panose="020F0502020204030204"/>
                <a:sym typeface="Calibri" panose="020F0502020204030204"/>
              </a:rPr>
              <a:t>Create an EmployeeController to handle RESTful requests:</a:t>
            </a:r>
            <a:endParaRPr lang="en-IN" sz="16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lang="en-IN" sz="1600">
                <a:solidFill>
                  <a:schemeClr val="dk1"/>
                </a:solidFill>
                <a:latin typeface="Calibri" panose="020F0502020204030204"/>
                <a:ea typeface="Calibri" panose="020F0502020204030204"/>
                <a:cs typeface="Calibri" panose="020F0502020204030204"/>
                <a:sym typeface="Calibri" panose="020F0502020204030204"/>
              </a:rPr>
              <a:t>Java</a:t>
            </a:r>
            <a:endParaRPr lang="en-IN" sz="16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lang="en-IN" sz="1600">
                <a:solidFill>
                  <a:schemeClr val="dk1"/>
                </a:solidFill>
                <a:latin typeface="Calibri" panose="020F0502020204030204"/>
                <a:ea typeface="Calibri" panose="020F0502020204030204"/>
                <a:cs typeface="Calibri" panose="020F0502020204030204"/>
                <a:sym typeface="Calibri" panose="020F0502020204030204"/>
              </a:rPr>
              <a:t>@RestController</a:t>
            </a:r>
            <a:endParaRPr lang="en-IN" sz="16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lang="en-IN" sz="1600">
                <a:solidFill>
                  <a:schemeClr val="dk1"/>
                </a:solidFill>
                <a:latin typeface="Calibri" panose="020F0502020204030204"/>
                <a:ea typeface="Calibri" panose="020F0502020204030204"/>
                <a:cs typeface="Calibri" panose="020F0502020204030204"/>
                <a:sym typeface="Calibri" panose="020F0502020204030204"/>
              </a:rPr>
              <a:t>@RequestMapping("/api/employees")</a:t>
            </a:r>
            <a:endParaRPr lang="en-IN" sz="16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lang="en-IN" sz="1600">
                <a:solidFill>
                  <a:schemeClr val="dk1"/>
                </a:solidFill>
                <a:latin typeface="Calibri" panose="020F0502020204030204"/>
                <a:ea typeface="Calibri" panose="020F0502020204030204"/>
                <a:cs typeface="Calibri" panose="020F0502020204030204"/>
                <a:sym typeface="Calibri" panose="020F0502020204030204"/>
              </a:rPr>
              <a:t>public class EmployeeController {</a:t>
            </a:r>
            <a:endParaRPr lang="en-IN" sz="16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lang="en-IN" sz="1600">
                <a:solidFill>
                  <a:schemeClr val="dk1"/>
                </a:solidFill>
                <a:latin typeface="Calibri" panose="020F0502020204030204"/>
                <a:ea typeface="Calibri" panose="020F0502020204030204"/>
                <a:cs typeface="Calibri" panose="020F0502020204030204"/>
                <a:sym typeface="Calibri" panose="020F0502020204030204"/>
              </a:rPr>
              <a:t>    @Autowired</a:t>
            </a:r>
            <a:endParaRPr lang="en-IN" sz="16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lang="en-IN" sz="1600">
                <a:solidFill>
                  <a:schemeClr val="dk1"/>
                </a:solidFill>
                <a:latin typeface="Calibri" panose="020F0502020204030204"/>
                <a:ea typeface="Calibri" panose="020F0502020204030204"/>
                <a:cs typeface="Calibri" panose="020F0502020204030204"/>
                <a:sym typeface="Calibri" panose="020F0502020204030204"/>
              </a:rPr>
              <a:t>    private EmployeeRepository employeeRepository;</a:t>
            </a:r>
            <a:endParaRPr lang="en-IN" sz="16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lang="en-IN" sz="1600">
                <a:solidFill>
                  <a:schemeClr val="dk1"/>
                </a:solidFill>
                <a:latin typeface="Calibri" panose="020F0502020204030204"/>
                <a:ea typeface="Calibri" panose="020F0502020204030204"/>
                <a:cs typeface="Calibri" panose="020F0502020204030204"/>
                <a:sym typeface="Calibri" panose="020F0502020204030204"/>
              </a:rPr>
              <a:t>    @GetMapping</a:t>
            </a:r>
            <a:endParaRPr lang="en-IN" sz="16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lang="en-IN" sz="1600">
                <a:solidFill>
                  <a:schemeClr val="dk1"/>
                </a:solidFill>
                <a:latin typeface="Calibri" panose="020F0502020204030204"/>
                <a:ea typeface="Calibri" panose="020F0502020204030204"/>
                <a:cs typeface="Calibri" panose="020F0502020204030204"/>
                <a:sym typeface="Calibri" panose="020F0502020204030204"/>
              </a:rPr>
              <a:t>    public List&lt;Employee&gt; getAllEmployees() {</a:t>
            </a:r>
            <a:endParaRPr lang="en-IN" sz="16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lang="en-IN" sz="1600">
                <a:solidFill>
                  <a:schemeClr val="dk1"/>
                </a:solidFill>
                <a:latin typeface="Calibri" panose="020F0502020204030204"/>
                <a:ea typeface="Calibri" panose="020F0502020204030204"/>
                <a:cs typeface="Calibri" panose="020F0502020204030204"/>
                <a:sym typeface="Calibri" panose="020F0502020204030204"/>
              </a:rPr>
              <a:t>        return employeeRepository.findAll();</a:t>
            </a:r>
            <a:endParaRPr lang="en-IN" sz="16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lang="en-IN" sz="1600">
                <a:solidFill>
                  <a:schemeClr val="dk1"/>
                </a:solidFill>
                <a:latin typeface="Calibri" panose="020F0502020204030204"/>
                <a:ea typeface="Calibri" panose="020F0502020204030204"/>
                <a:cs typeface="Calibri" panose="020F0502020204030204"/>
                <a:sym typeface="Calibri" panose="020F0502020204030204"/>
              </a:rPr>
              <a:t>    }</a:t>
            </a:r>
            <a:endParaRPr lang="en-IN" sz="16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lang="en-IN" sz="1600">
                <a:solidFill>
                  <a:schemeClr val="dk1"/>
                </a:solidFill>
                <a:latin typeface="Calibri" panose="020F0502020204030204"/>
                <a:ea typeface="Calibri" panose="020F0502020204030204"/>
                <a:cs typeface="Calibri" panose="020F0502020204030204"/>
                <a:sym typeface="Calibri" panose="020F0502020204030204"/>
              </a:rPr>
              <a:t>    // ... other methods for create, update, delete</a:t>
            </a:r>
            <a:endParaRPr lang="en-IN" sz="16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lang="en-IN" sz="1600">
                <a:solidFill>
                  <a:schemeClr val="dk1"/>
                </a:solidFill>
                <a:latin typeface="Calibri" panose="020F0502020204030204"/>
                <a:ea typeface="Calibri" panose="020F0502020204030204"/>
                <a:cs typeface="Calibri" panose="020F0502020204030204"/>
                <a:sym typeface="Calibri" panose="020F0502020204030204"/>
              </a:rPr>
              <a:t>}</a:t>
            </a:r>
            <a:endParaRPr lang="en-IN" sz="16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48603" name="Google Shape;112;p3"/>
          <p:cNvSpPr/>
          <p:nvPr/>
        </p:nvSpPr>
        <p:spPr>
          <a:xfrm>
            <a:off x="1270" y="1643063"/>
            <a:ext cx="9144000" cy="642937"/>
          </a:xfrm>
          <a:prstGeom prst="rect">
            <a:avLst/>
          </a:prstGeom>
          <a:solidFill>
            <a:srgbClr val="1F497D"/>
          </a:solidFill>
          <a:ln>
            <a:noFill/>
          </a:ln>
        </p:spPr>
        <p:txBody>
          <a:bodyPr spcFirstLastPara="1" wrap="square" lIns="91425" tIns="45700" rIns="91425" bIns="45700" anchor="ctr" anchorCtr="0">
            <a:noAutofit/>
          </a:bodyPr>
          <a:p>
            <a:pPr marL="0" marR="0" lvl="0" indent="0" algn="ctr" rtl="0">
              <a:spcBef>
                <a:spcPts val="0"/>
              </a:spcBef>
              <a:spcAft>
                <a:spcPts val="0"/>
              </a:spcAft>
              <a:buClr>
                <a:schemeClr val="dk1"/>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048604" name="Google Shape;113;p3"/>
          <p:cNvSpPr/>
          <p:nvPr/>
        </p:nvSpPr>
        <p:spPr>
          <a:xfrm>
            <a:off x="190500" y="1687513"/>
            <a:ext cx="8763000" cy="554037"/>
          </a:xfrm>
          <a:prstGeom prst="rect">
            <a:avLst/>
          </a:prstGeom>
          <a:noFill/>
          <a:ln>
            <a:noFill/>
          </a:ln>
        </p:spPr>
        <p:txBody>
          <a:bodyPr spcFirstLastPara="1" wrap="square" lIns="91425" tIns="45700" rIns="91425" bIns="45700" anchor="t" anchorCtr="0">
            <a:noAutofit/>
          </a:bodyPr>
          <a:p>
            <a:pPr marL="0" marR="0" lvl="0" indent="0" algn="l" rtl="0">
              <a:spcBef>
                <a:spcPts val="0"/>
              </a:spcBef>
              <a:spcAft>
                <a:spcPts val="0"/>
              </a:spcAft>
              <a:buClr>
                <a:schemeClr val="lt1"/>
              </a:buClr>
              <a:buSzPts val="3000"/>
              <a:buFont typeface="Arial" panose="020B0604020202020204"/>
              <a:buNone/>
            </a:pPr>
            <a:r>
              <a:rPr lang="en-IN" sz="1800" b="1" i="0" u="none" strike="noStrike" cap="none">
                <a:solidFill>
                  <a:schemeClr val="lt1"/>
                </a:solidFill>
                <a:latin typeface="Calibri" panose="020F0502020204030204"/>
                <a:ea typeface="Calibri" panose="020F0502020204030204"/>
                <a:cs typeface="Calibri" panose="020F0502020204030204"/>
                <a:sym typeface="Calibri" panose="020F0502020204030204"/>
              </a:rPr>
              <a:t>Example </a:t>
            </a:r>
            <a:endParaRPr lang="en-IN" sz="1800" b="1"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00" name="Shape 108"/>
        <p:cNvGrpSpPr/>
        <p:nvPr/>
      </p:nvGrpSpPr>
      <p:grpSpPr>
        <a:xfrm>
          <a:off x="0" y="0"/>
          <a:ext cx="0" cy="0"/>
          <a:chOff x="0" y="0"/>
          <a:chExt cx="0" cy="0"/>
        </a:xfrm>
      </p:grpSpPr>
      <p:pic>
        <p:nvPicPr>
          <p:cNvPr id="2097156" name="Google Shape;109;p3" descr="C:\Users\parul\Desktop\Digital Learning Content.png"/>
          <p:cNvPicPr preferRelativeResize="0"/>
          <p:nvPr/>
        </p:nvPicPr>
        <p:blipFill rotWithShape="1">
          <a:blip r:embed="rId1"/>
          <a:srcRect/>
          <a:stretch>
            <a:fillRect/>
          </a:stretch>
        </p:blipFill>
        <p:spPr>
          <a:xfrm>
            <a:off x="0" y="0"/>
            <a:ext cx="9144000" cy="6900863"/>
          </a:xfrm>
          <a:prstGeom prst="rect">
            <a:avLst/>
          </a:prstGeom>
          <a:noFill/>
          <a:ln>
            <a:noFill/>
          </a:ln>
        </p:spPr>
      </p:pic>
      <p:pic>
        <p:nvPicPr>
          <p:cNvPr id="2097157" name="Google Shape;110;p3" descr="C:\Users\parul\Desktop\Untitled-1.png"/>
          <p:cNvPicPr preferRelativeResize="0"/>
          <p:nvPr/>
        </p:nvPicPr>
        <p:blipFill rotWithShape="1">
          <a:blip r:embed="rId2"/>
          <a:srcRect/>
          <a:stretch>
            <a:fillRect/>
          </a:stretch>
        </p:blipFill>
        <p:spPr>
          <a:xfrm>
            <a:off x="1857375" y="3071813"/>
            <a:ext cx="5430838" cy="2803525"/>
          </a:xfrm>
          <a:prstGeom prst="rect">
            <a:avLst/>
          </a:prstGeom>
          <a:noFill/>
          <a:ln>
            <a:noFill/>
          </a:ln>
        </p:spPr>
      </p:pic>
      <p:sp>
        <p:nvSpPr>
          <p:cNvPr id="1048602" name="Google Shape;111;p3"/>
          <p:cNvSpPr txBox="1"/>
          <p:nvPr/>
        </p:nvSpPr>
        <p:spPr>
          <a:xfrm>
            <a:off x="190500" y="2286000"/>
            <a:ext cx="8558213" cy="4275455"/>
          </a:xfrm>
          <a:prstGeom prst="rect">
            <a:avLst/>
          </a:prstGeom>
          <a:noFill/>
          <a:ln>
            <a:noFill/>
          </a:ln>
        </p:spPr>
        <p:txBody>
          <a:bodyPr spcFirstLastPara="1" wrap="square" lIns="91425" tIns="45700" rIns="91425" bIns="45700" anchor="t" anchorCtr="0">
            <a:spAutoFit/>
          </a:bodyPr>
          <a:p>
            <a:pPr marL="0" marR="0" lvl="0" indent="0" algn="l" rtl="0">
              <a:spcBef>
                <a:spcPts val="480"/>
              </a:spcBef>
              <a:spcAft>
                <a:spcPts val="0"/>
              </a:spcAft>
              <a:buClr>
                <a:schemeClr val="dk1"/>
              </a:buClr>
              <a:buSzPts val="2400"/>
              <a:buFont typeface="Arial" panose="020B0604020202020204"/>
              <a:buNone/>
            </a:pPr>
            <a:r>
              <a:rPr lang="en-IN" sz="1600">
                <a:solidFill>
                  <a:schemeClr val="dk1"/>
                </a:solidFill>
                <a:latin typeface="Calibri" panose="020F0502020204030204"/>
                <a:ea typeface="Calibri" panose="020F0502020204030204"/>
                <a:cs typeface="Calibri" panose="020F0502020204030204"/>
                <a:sym typeface="Calibri" panose="020F0502020204030204"/>
              </a:rPr>
              <a:t>Explanation:</a:t>
            </a:r>
            <a:endParaRPr lang="en-IN" sz="16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lang="en-IN" sz="1600">
                <a:solidFill>
                  <a:schemeClr val="dk1"/>
                </a:solidFill>
                <a:latin typeface="Calibri" panose="020F0502020204030204"/>
                <a:ea typeface="Calibri" panose="020F0502020204030204"/>
                <a:cs typeface="Calibri" panose="020F0502020204030204"/>
                <a:sym typeface="Calibri" panose="020F0502020204030204"/>
              </a:rPr>
              <a:t>Entity: The Employee class represents a table in the database. Each instance is a row.</a:t>
            </a:r>
            <a:endParaRPr lang="en-IN" sz="16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lang="en-IN" sz="1600">
                <a:solidFill>
                  <a:schemeClr val="dk1"/>
                </a:solidFill>
                <a:latin typeface="Calibri" panose="020F0502020204030204"/>
                <a:ea typeface="Calibri" panose="020F0502020204030204"/>
                <a:cs typeface="Calibri" panose="020F0502020204030204"/>
                <a:sym typeface="Calibri" panose="020F0502020204030204"/>
              </a:rPr>
              <a:t>Repository: The EmployeeRepository provides CRUD operations for Employee entities. You don't need to write SQL queries manually!</a:t>
            </a:r>
            <a:endParaRPr lang="en-IN" sz="16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lang="en-IN" sz="1600">
                <a:solidFill>
                  <a:schemeClr val="dk1"/>
                </a:solidFill>
                <a:latin typeface="Calibri" panose="020F0502020204030204"/>
                <a:ea typeface="Calibri" panose="020F0502020204030204"/>
                <a:cs typeface="Calibri" panose="020F0502020204030204"/>
                <a:sym typeface="Calibri" panose="020F0502020204030204"/>
              </a:rPr>
              <a:t>Controller: The EmployeeController exposes REST endpoints to interact with employees.</a:t>
            </a:r>
            <a:endParaRPr lang="en-IN" sz="16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endParaRPr lang="en-IN" sz="16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lang="en-IN" sz="1600">
                <a:solidFill>
                  <a:schemeClr val="dk1"/>
                </a:solidFill>
                <a:latin typeface="Calibri" panose="020F0502020204030204"/>
                <a:ea typeface="Calibri" panose="020F0502020204030204"/>
                <a:cs typeface="Calibri" panose="020F0502020204030204"/>
                <a:sym typeface="Calibri" panose="020F0502020204030204"/>
              </a:rPr>
              <a:t>Running the Application:</a:t>
            </a:r>
            <a:endParaRPr lang="en-IN" sz="16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lang="en-IN" sz="1600">
                <a:solidFill>
                  <a:schemeClr val="dk1"/>
                </a:solidFill>
                <a:latin typeface="Calibri" panose="020F0502020204030204"/>
                <a:ea typeface="Calibri" panose="020F0502020204030204"/>
                <a:cs typeface="Calibri" panose="020F0502020204030204"/>
                <a:sym typeface="Calibri" panose="020F0502020204030204"/>
              </a:rPr>
              <a:t>Start the Spring Boot application.</a:t>
            </a:r>
            <a:endParaRPr lang="en-IN" sz="16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lang="en-IN" sz="1600">
                <a:solidFill>
                  <a:schemeClr val="dk1"/>
                </a:solidFill>
                <a:latin typeface="Calibri" panose="020F0502020204030204"/>
                <a:ea typeface="Calibri" panose="020F0502020204030204"/>
                <a:cs typeface="Calibri" panose="020F0502020204030204"/>
                <a:sym typeface="Calibri" panose="020F0502020204030204"/>
              </a:rPr>
              <a:t>Use a REST client (e.g., Postman) or your browser to access the endpoints:</a:t>
            </a:r>
            <a:endParaRPr lang="en-IN" sz="16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lang="en-IN" sz="1600">
                <a:solidFill>
                  <a:schemeClr val="dk1"/>
                </a:solidFill>
                <a:latin typeface="Calibri" panose="020F0502020204030204"/>
                <a:ea typeface="Calibri" panose="020F0502020204030204"/>
                <a:cs typeface="Calibri" panose="020F0502020204030204"/>
                <a:sym typeface="Calibri" panose="020F0502020204030204"/>
              </a:rPr>
              <a:t>GET /api/employees: Get all employees.</a:t>
            </a:r>
            <a:endParaRPr lang="en-IN" sz="16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lang="en-IN" sz="1600">
                <a:solidFill>
                  <a:schemeClr val="dk1"/>
                </a:solidFill>
                <a:latin typeface="Calibri" panose="020F0502020204030204"/>
                <a:ea typeface="Calibri" panose="020F0502020204030204"/>
                <a:cs typeface="Calibri" panose="020F0502020204030204"/>
                <a:sym typeface="Calibri" panose="020F0502020204030204"/>
              </a:rPr>
              <a:t>POST /api/employees: Create a new employee.</a:t>
            </a:r>
            <a:endParaRPr lang="en-IN" sz="16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lang="en-IN" sz="1600">
                <a:solidFill>
                  <a:schemeClr val="dk1"/>
                </a:solidFill>
                <a:latin typeface="Calibri" panose="020F0502020204030204"/>
                <a:ea typeface="Calibri" panose="020F0502020204030204"/>
                <a:cs typeface="Calibri" panose="020F0502020204030204"/>
                <a:sym typeface="Calibri" panose="020F0502020204030204"/>
              </a:rPr>
              <a:t>PUT /api/employees/{id}: Update an employee.</a:t>
            </a:r>
            <a:endParaRPr lang="en-IN" sz="16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lang="en-IN" sz="1600">
                <a:solidFill>
                  <a:schemeClr val="dk1"/>
                </a:solidFill>
                <a:latin typeface="Calibri" panose="020F0502020204030204"/>
                <a:ea typeface="Calibri" panose="020F0502020204030204"/>
                <a:cs typeface="Calibri" panose="020F0502020204030204"/>
                <a:sym typeface="Calibri" panose="020F0502020204030204"/>
              </a:rPr>
              <a:t>DELETE /api/employees/{id}: Delete an employee.</a:t>
            </a:r>
            <a:endParaRPr lang="en-IN" sz="16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endParaRPr lang="en-IN" sz="16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48603" name="Google Shape;112;p3"/>
          <p:cNvSpPr/>
          <p:nvPr/>
        </p:nvSpPr>
        <p:spPr>
          <a:xfrm>
            <a:off x="1270" y="1643063"/>
            <a:ext cx="9144000" cy="642937"/>
          </a:xfrm>
          <a:prstGeom prst="rect">
            <a:avLst/>
          </a:prstGeom>
          <a:solidFill>
            <a:srgbClr val="1F497D"/>
          </a:solidFill>
          <a:ln>
            <a:noFill/>
          </a:ln>
        </p:spPr>
        <p:txBody>
          <a:bodyPr spcFirstLastPara="1" wrap="square" lIns="91425" tIns="45700" rIns="91425" bIns="45700" anchor="ctr" anchorCtr="0">
            <a:noAutofit/>
          </a:bodyPr>
          <a:p>
            <a:pPr marL="0" marR="0" lvl="0" indent="0" algn="ctr" rtl="0">
              <a:spcBef>
                <a:spcPts val="0"/>
              </a:spcBef>
              <a:spcAft>
                <a:spcPts val="0"/>
              </a:spcAft>
              <a:buClr>
                <a:schemeClr val="dk1"/>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048604" name="Google Shape;113;p3"/>
          <p:cNvSpPr/>
          <p:nvPr/>
        </p:nvSpPr>
        <p:spPr>
          <a:xfrm>
            <a:off x="190500" y="1687513"/>
            <a:ext cx="8763000" cy="554037"/>
          </a:xfrm>
          <a:prstGeom prst="rect">
            <a:avLst/>
          </a:prstGeom>
          <a:noFill/>
          <a:ln>
            <a:noFill/>
          </a:ln>
        </p:spPr>
        <p:txBody>
          <a:bodyPr spcFirstLastPara="1" wrap="square" lIns="91425" tIns="45700" rIns="91425" bIns="45700" anchor="t" anchorCtr="0">
            <a:noAutofit/>
          </a:bodyPr>
          <a:p>
            <a:pPr marL="0" marR="0" lvl="0" indent="0" algn="l" rtl="0">
              <a:spcBef>
                <a:spcPts val="0"/>
              </a:spcBef>
              <a:spcAft>
                <a:spcPts val="0"/>
              </a:spcAft>
              <a:buClr>
                <a:schemeClr val="lt1"/>
              </a:buClr>
              <a:buSzPts val="3000"/>
              <a:buFont typeface="Arial" panose="020B0604020202020204"/>
              <a:buNone/>
            </a:pPr>
            <a:r>
              <a:rPr lang="en-IN" sz="1800" b="1" i="0" u="none" strike="noStrike" cap="none">
                <a:solidFill>
                  <a:schemeClr val="lt1"/>
                </a:solidFill>
                <a:latin typeface="Calibri" panose="020F0502020204030204"/>
                <a:ea typeface="Calibri" panose="020F0502020204030204"/>
                <a:cs typeface="Calibri" panose="020F0502020204030204"/>
                <a:sym typeface="Calibri" panose="020F0502020204030204"/>
              </a:rPr>
              <a:t>Example </a:t>
            </a:r>
            <a:endParaRPr lang="en-IN" sz="1800" b="1"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00" name="Shape 108"/>
        <p:cNvGrpSpPr/>
        <p:nvPr/>
      </p:nvGrpSpPr>
      <p:grpSpPr>
        <a:xfrm>
          <a:off x="0" y="0"/>
          <a:ext cx="0" cy="0"/>
          <a:chOff x="0" y="0"/>
          <a:chExt cx="0" cy="0"/>
        </a:xfrm>
      </p:grpSpPr>
      <p:pic>
        <p:nvPicPr>
          <p:cNvPr id="2097156" name="Google Shape;109;p3" descr="C:\Users\parul\Desktop\Digital Learning Content.png"/>
          <p:cNvPicPr preferRelativeResize="0"/>
          <p:nvPr/>
        </p:nvPicPr>
        <p:blipFill rotWithShape="1">
          <a:blip r:embed="rId1"/>
          <a:srcRect/>
          <a:stretch>
            <a:fillRect/>
          </a:stretch>
        </p:blipFill>
        <p:spPr>
          <a:xfrm>
            <a:off x="0" y="0"/>
            <a:ext cx="9144000" cy="6900863"/>
          </a:xfrm>
          <a:prstGeom prst="rect">
            <a:avLst/>
          </a:prstGeom>
          <a:noFill/>
          <a:ln>
            <a:noFill/>
          </a:ln>
        </p:spPr>
      </p:pic>
      <p:pic>
        <p:nvPicPr>
          <p:cNvPr id="2097157" name="Google Shape;110;p3" descr="C:\Users\parul\Desktop\Untitled-1.png"/>
          <p:cNvPicPr preferRelativeResize="0"/>
          <p:nvPr/>
        </p:nvPicPr>
        <p:blipFill rotWithShape="1">
          <a:blip r:embed="rId2"/>
          <a:srcRect/>
          <a:stretch>
            <a:fillRect/>
          </a:stretch>
        </p:blipFill>
        <p:spPr>
          <a:xfrm>
            <a:off x="1857375" y="3071813"/>
            <a:ext cx="5430838" cy="2803525"/>
          </a:xfrm>
          <a:prstGeom prst="rect">
            <a:avLst/>
          </a:prstGeom>
          <a:noFill/>
          <a:ln>
            <a:noFill/>
          </a:ln>
        </p:spPr>
      </p:pic>
      <p:sp>
        <p:nvSpPr>
          <p:cNvPr id="1048602" name="Google Shape;111;p3"/>
          <p:cNvSpPr txBox="1"/>
          <p:nvPr/>
        </p:nvSpPr>
        <p:spPr>
          <a:xfrm>
            <a:off x="190500" y="2286000"/>
            <a:ext cx="8558213" cy="1875155"/>
          </a:xfrm>
          <a:prstGeom prst="rect">
            <a:avLst/>
          </a:prstGeom>
          <a:noFill/>
          <a:ln>
            <a:noFill/>
          </a:ln>
        </p:spPr>
        <p:txBody>
          <a:bodyPr spcFirstLastPara="1" wrap="square" lIns="91425" tIns="45700" rIns="91425" bIns="45700" anchor="t" anchorCtr="0">
            <a:spAutoFit/>
          </a:bodyPr>
          <a:p>
            <a:pPr marL="0" marR="0" lvl="0" indent="0" algn="l" rtl="0">
              <a:spcBef>
                <a:spcPts val="480"/>
              </a:spcBef>
              <a:spcAft>
                <a:spcPts val="0"/>
              </a:spcAft>
              <a:buClr>
                <a:schemeClr val="dk1"/>
              </a:buClr>
              <a:buSzPts val="2400"/>
              <a:buFont typeface="Arial" panose="020B0604020202020204"/>
              <a:buNone/>
            </a:pPr>
            <a:r>
              <a:rPr lang="en-IN" sz="1600">
                <a:solidFill>
                  <a:schemeClr val="dk1"/>
                </a:solidFill>
                <a:latin typeface="Calibri" panose="020F0502020204030204"/>
                <a:ea typeface="Calibri" panose="020F0502020204030204"/>
                <a:cs typeface="Calibri" panose="020F0502020204030204"/>
                <a:sym typeface="Calibri" panose="020F0502020204030204"/>
              </a:rPr>
              <a:t>Points to remember :</a:t>
            </a:r>
            <a:endParaRPr lang="en-IN" sz="16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lang="en-IN" sz="1600">
                <a:solidFill>
                  <a:schemeClr val="dk1"/>
                </a:solidFill>
                <a:latin typeface="Calibri" panose="020F0502020204030204"/>
                <a:ea typeface="Calibri" panose="020F0502020204030204"/>
                <a:cs typeface="Calibri" panose="020F0502020204030204"/>
                <a:sym typeface="Calibri" panose="020F0502020204030204"/>
              </a:rPr>
              <a:t>Spring Boot Starters: Simplify dependency management and configuration.</a:t>
            </a:r>
            <a:endParaRPr lang="en-IN" sz="16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lang="en-IN" sz="1600">
                <a:solidFill>
                  <a:schemeClr val="dk1"/>
                </a:solidFill>
                <a:latin typeface="Calibri" panose="020F0502020204030204"/>
                <a:ea typeface="Calibri" panose="020F0502020204030204"/>
                <a:cs typeface="Calibri" panose="020F0502020204030204"/>
                <a:sym typeface="Calibri" panose="020F0502020204030204"/>
              </a:rPr>
              <a:t>Auto-Configuration: Eliminates manual setup for JPA and data sources.</a:t>
            </a:r>
            <a:endParaRPr lang="en-IN" sz="16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lang="en-IN" sz="1600">
                <a:solidFill>
                  <a:schemeClr val="dk1"/>
                </a:solidFill>
                <a:latin typeface="Calibri" panose="020F0502020204030204"/>
                <a:ea typeface="Calibri" panose="020F0502020204030204"/>
                <a:cs typeface="Calibri" panose="020F0502020204030204"/>
                <a:sym typeface="Calibri" panose="020F0502020204030204"/>
              </a:rPr>
              <a:t>Spring Data JPA: Provides a powerful repository abstraction.</a:t>
            </a:r>
            <a:endParaRPr lang="en-IN" sz="16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lang="en-IN" sz="1600">
                <a:solidFill>
                  <a:schemeClr val="dk1"/>
                </a:solidFill>
                <a:latin typeface="Calibri" panose="020F0502020204030204"/>
                <a:ea typeface="Calibri" panose="020F0502020204030204"/>
                <a:cs typeface="Calibri" panose="020F0502020204030204"/>
                <a:sym typeface="Calibri" panose="020F0502020204030204"/>
              </a:rPr>
              <a:t>H2 Database: Easy to set up for development and testing.</a:t>
            </a:r>
            <a:endParaRPr lang="en-IN" sz="16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endParaRPr lang="en-IN" sz="16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48603" name="Google Shape;112;p3"/>
          <p:cNvSpPr/>
          <p:nvPr/>
        </p:nvSpPr>
        <p:spPr>
          <a:xfrm>
            <a:off x="1270" y="1643063"/>
            <a:ext cx="9144000" cy="642937"/>
          </a:xfrm>
          <a:prstGeom prst="rect">
            <a:avLst/>
          </a:prstGeom>
          <a:solidFill>
            <a:srgbClr val="1F497D"/>
          </a:solidFill>
          <a:ln>
            <a:noFill/>
          </a:ln>
        </p:spPr>
        <p:txBody>
          <a:bodyPr spcFirstLastPara="1" wrap="square" lIns="91425" tIns="45700" rIns="91425" bIns="45700" anchor="ctr" anchorCtr="0">
            <a:noAutofit/>
          </a:bodyPr>
          <a:p>
            <a:pPr marL="0" marR="0" lvl="0" indent="0" algn="ctr" rtl="0">
              <a:spcBef>
                <a:spcPts val="0"/>
              </a:spcBef>
              <a:spcAft>
                <a:spcPts val="0"/>
              </a:spcAft>
              <a:buClr>
                <a:schemeClr val="dk1"/>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048604" name="Google Shape;113;p3"/>
          <p:cNvSpPr/>
          <p:nvPr/>
        </p:nvSpPr>
        <p:spPr>
          <a:xfrm>
            <a:off x="190500" y="1687513"/>
            <a:ext cx="8763000" cy="554037"/>
          </a:xfrm>
          <a:prstGeom prst="rect">
            <a:avLst/>
          </a:prstGeom>
          <a:noFill/>
          <a:ln>
            <a:noFill/>
          </a:ln>
        </p:spPr>
        <p:txBody>
          <a:bodyPr spcFirstLastPara="1" wrap="square" lIns="91425" tIns="45700" rIns="91425" bIns="45700" anchor="t" anchorCtr="0">
            <a:noAutofit/>
          </a:bodyPr>
          <a:p>
            <a:pPr marL="0" marR="0" lvl="0" indent="0" algn="l" rtl="0">
              <a:spcBef>
                <a:spcPts val="0"/>
              </a:spcBef>
              <a:spcAft>
                <a:spcPts val="0"/>
              </a:spcAft>
              <a:buClr>
                <a:schemeClr val="lt1"/>
              </a:buClr>
              <a:buSzPts val="3000"/>
              <a:buFont typeface="Arial" panose="020B0604020202020204"/>
              <a:buNone/>
            </a:pPr>
            <a:r>
              <a:rPr lang="en-IN" sz="1800" b="1" i="0" u="none" strike="noStrike" cap="none">
                <a:solidFill>
                  <a:schemeClr val="lt1"/>
                </a:solidFill>
                <a:latin typeface="Calibri" panose="020F0502020204030204"/>
                <a:ea typeface="Calibri" panose="020F0502020204030204"/>
                <a:cs typeface="Calibri" panose="020F0502020204030204"/>
                <a:sym typeface="Calibri" panose="020F0502020204030204"/>
              </a:rPr>
              <a:t>Example </a:t>
            </a:r>
            <a:endParaRPr lang="en-IN" sz="1800" b="1"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00" name="Shape 108"/>
        <p:cNvGrpSpPr/>
        <p:nvPr/>
      </p:nvGrpSpPr>
      <p:grpSpPr>
        <a:xfrm>
          <a:off x="0" y="0"/>
          <a:ext cx="0" cy="0"/>
          <a:chOff x="0" y="0"/>
          <a:chExt cx="0" cy="0"/>
        </a:xfrm>
      </p:grpSpPr>
      <p:pic>
        <p:nvPicPr>
          <p:cNvPr id="2097156" name="Google Shape;109;p3" descr="C:\Users\parul\Desktop\Digital Learning Content.png"/>
          <p:cNvPicPr preferRelativeResize="0"/>
          <p:nvPr/>
        </p:nvPicPr>
        <p:blipFill rotWithShape="1">
          <a:blip r:embed="rId1"/>
          <a:srcRect/>
          <a:stretch>
            <a:fillRect/>
          </a:stretch>
        </p:blipFill>
        <p:spPr>
          <a:xfrm>
            <a:off x="0" y="0"/>
            <a:ext cx="9144000" cy="6900863"/>
          </a:xfrm>
          <a:prstGeom prst="rect">
            <a:avLst/>
          </a:prstGeom>
          <a:noFill/>
          <a:ln>
            <a:noFill/>
          </a:ln>
        </p:spPr>
      </p:pic>
      <p:pic>
        <p:nvPicPr>
          <p:cNvPr id="2097157" name="Google Shape;110;p3" descr="C:\Users\parul\Desktop\Untitled-1.png"/>
          <p:cNvPicPr preferRelativeResize="0"/>
          <p:nvPr/>
        </p:nvPicPr>
        <p:blipFill rotWithShape="1">
          <a:blip r:embed="rId2"/>
          <a:srcRect/>
          <a:stretch>
            <a:fillRect/>
          </a:stretch>
        </p:blipFill>
        <p:spPr>
          <a:xfrm>
            <a:off x="1857375" y="3071813"/>
            <a:ext cx="5430838" cy="2803525"/>
          </a:xfrm>
          <a:prstGeom prst="rect">
            <a:avLst/>
          </a:prstGeom>
          <a:noFill/>
          <a:ln>
            <a:noFill/>
          </a:ln>
        </p:spPr>
      </p:pic>
      <p:sp>
        <p:nvSpPr>
          <p:cNvPr id="1048602" name="Google Shape;111;p3"/>
          <p:cNvSpPr txBox="1"/>
          <p:nvPr/>
        </p:nvSpPr>
        <p:spPr>
          <a:xfrm>
            <a:off x="190500" y="2286000"/>
            <a:ext cx="8558213" cy="4183380"/>
          </a:xfrm>
          <a:prstGeom prst="rect">
            <a:avLst/>
          </a:prstGeom>
          <a:noFill/>
          <a:ln>
            <a:noFill/>
          </a:ln>
        </p:spPr>
        <p:txBody>
          <a:bodyPr spcFirstLastPara="1" wrap="square" lIns="91425" tIns="45700" rIns="91425" bIns="45700" anchor="t" anchorCtr="0">
            <a:spAutoFit/>
          </a:bodyPr>
          <a:p>
            <a:pPr marL="0" marR="0" lvl="0" indent="0" algn="l" rtl="0">
              <a:spcBef>
                <a:spcPts val="480"/>
              </a:spcBef>
              <a:spcAft>
                <a:spcPts val="0"/>
              </a:spcAft>
              <a:buClr>
                <a:schemeClr val="dk1"/>
              </a:buClr>
              <a:buSzPts val="2400"/>
              <a:buFont typeface="Arial" panose="020B0604020202020204"/>
              <a:buNone/>
            </a:pPr>
            <a:r>
              <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rPr>
              <a:t>What is REST?</a:t>
            </a: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rPr>
              <a:t>Representational State Transfer (REST): An architectural style for building web services that leverage the HTTP protocol's features.</a:t>
            </a: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rPr>
              <a:t>Key Principles:</a:t>
            </a: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rPr>
              <a:t>Client-Server: Separates concerns of UI (client) and data storage/processing (server).</a:t>
            </a: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rPr>
              <a:t>Stateless: Each request is independent and contains all necessary information.</a:t>
            </a: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rPr>
              <a:t>Cacheable: Responses can be cached to improve performance.</a:t>
            </a: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rPr>
              <a:t>Layered System: Allows for intermediaries (load balancers, security layers) between client and server.</a:t>
            </a: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rPr>
              <a:t>Uniform Interface: Resources are identified by URIs, and standard HTTP methods (GET, POST, PUT, DELETE) are used for operations.</a:t>
            </a: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rPr>
              <a:t>Code on Demand (Optional): Allows clients to download and execute code from the server.</a:t>
            </a: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48603" name="Google Shape;112;p3"/>
          <p:cNvSpPr/>
          <p:nvPr/>
        </p:nvSpPr>
        <p:spPr>
          <a:xfrm>
            <a:off x="1270" y="1643063"/>
            <a:ext cx="9144000" cy="642937"/>
          </a:xfrm>
          <a:prstGeom prst="rect">
            <a:avLst/>
          </a:prstGeom>
          <a:solidFill>
            <a:srgbClr val="1F497D"/>
          </a:solidFill>
          <a:ln>
            <a:noFill/>
          </a:ln>
        </p:spPr>
        <p:txBody>
          <a:bodyPr spcFirstLastPara="1" wrap="square" lIns="91425" tIns="45700" rIns="91425" bIns="45700" anchor="ctr" anchorCtr="0">
            <a:noAutofit/>
          </a:bodyPr>
          <a:p>
            <a:pPr marL="0" marR="0" lvl="0" indent="0" algn="ctr" rtl="0">
              <a:spcBef>
                <a:spcPts val="0"/>
              </a:spcBef>
              <a:spcAft>
                <a:spcPts val="0"/>
              </a:spcAft>
              <a:buClr>
                <a:schemeClr val="dk1"/>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048604" name="Google Shape;113;p3"/>
          <p:cNvSpPr/>
          <p:nvPr/>
        </p:nvSpPr>
        <p:spPr>
          <a:xfrm>
            <a:off x="190500" y="1687513"/>
            <a:ext cx="8763000" cy="554037"/>
          </a:xfrm>
          <a:prstGeom prst="rect">
            <a:avLst/>
          </a:prstGeom>
          <a:noFill/>
          <a:ln>
            <a:noFill/>
          </a:ln>
        </p:spPr>
        <p:txBody>
          <a:bodyPr spcFirstLastPara="1" wrap="square" lIns="91425" tIns="45700" rIns="91425" bIns="45700" anchor="t" anchorCtr="0">
            <a:noAutofit/>
          </a:bodyPr>
          <a:p>
            <a:pPr marL="0" marR="0" lvl="0" indent="0" algn="l" rtl="0">
              <a:spcBef>
                <a:spcPts val="0"/>
              </a:spcBef>
              <a:spcAft>
                <a:spcPts val="0"/>
              </a:spcAft>
              <a:buClr>
                <a:schemeClr val="lt1"/>
              </a:buClr>
              <a:buSzPts val="3000"/>
              <a:buFont typeface="Arial" panose="020B0604020202020204"/>
              <a:buNone/>
            </a:pPr>
            <a:r>
              <a:rPr lang="en-IN" sz="3000" b="1" i="0" u="none" strike="noStrike" cap="none">
                <a:solidFill>
                  <a:schemeClr val="lt1"/>
                </a:solidFill>
                <a:latin typeface="Calibri" panose="020F0502020204030204"/>
                <a:ea typeface="Calibri" panose="020F0502020204030204"/>
                <a:cs typeface="Calibri" panose="020F0502020204030204"/>
                <a:sym typeface="Calibri" panose="020F0502020204030204"/>
              </a:rPr>
              <a:t>Spring Boot REST APIs</a:t>
            </a:r>
            <a:endParaRPr lang="en-IN" sz="3000" b="1"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00" name="Shape 108"/>
        <p:cNvGrpSpPr/>
        <p:nvPr/>
      </p:nvGrpSpPr>
      <p:grpSpPr>
        <a:xfrm>
          <a:off x="0" y="0"/>
          <a:ext cx="0" cy="0"/>
          <a:chOff x="0" y="0"/>
          <a:chExt cx="0" cy="0"/>
        </a:xfrm>
      </p:grpSpPr>
      <p:pic>
        <p:nvPicPr>
          <p:cNvPr id="2097156" name="Google Shape;109;p3" descr="C:\Users\parul\Desktop\Digital Learning Content.png"/>
          <p:cNvPicPr preferRelativeResize="0"/>
          <p:nvPr/>
        </p:nvPicPr>
        <p:blipFill rotWithShape="1">
          <a:blip r:embed="rId1"/>
          <a:srcRect/>
          <a:stretch>
            <a:fillRect/>
          </a:stretch>
        </p:blipFill>
        <p:spPr>
          <a:xfrm>
            <a:off x="0" y="0"/>
            <a:ext cx="9144000" cy="6900863"/>
          </a:xfrm>
          <a:prstGeom prst="rect">
            <a:avLst/>
          </a:prstGeom>
          <a:noFill/>
          <a:ln>
            <a:noFill/>
          </a:ln>
        </p:spPr>
      </p:pic>
      <p:pic>
        <p:nvPicPr>
          <p:cNvPr id="2097157" name="Google Shape;110;p3" descr="C:\Users\parul\Desktop\Untitled-1.png"/>
          <p:cNvPicPr preferRelativeResize="0"/>
          <p:nvPr/>
        </p:nvPicPr>
        <p:blipFill rotWithShape="1">
          <a:blip r:embed="rId2"/>
          <a:srcRect/>
          <a:stretch>
            <a:fillRect/>
          </a:stretch>
        </p:blipFill>
        <p:spPr>
          <a:xfrm>
            <a:off x="1857375" y="3071813"/>
            <a:ext cx="5430838" cy="2803525"/>
          </a:xfrm>
          <a:prstGeom prst="rect">
            <a:avLst/>
          </a:prstGeom>
          <a:noFill/>
          <a:ln>
            <a:noFill/>
          </a:ln>
        </p:spPr>
      </p:pic>
      <p:sp>
        <p:nvSpPr>
          <p:cNvPr id="1048602" name="Google Shape;111;p3"/>
          <p:cNvSpPr txBox="1"/>
          <p:nvPr/>
        </p:nvSpPr>
        <p:spPr>
          <a:xfrm>
            <a:off x="190500" y="2286000"/>
            <a:ext cx="8558213" cy="4121785"/>
          </a:xfrm>
          <a:prstGeom prst="rect">
            <a:avLst/>
          </a:prstGeom>
          <a:noFill/>
          <a:ln>
            <a:noFill/>
          </a:ln>
        </p:spPr>
        <p:txBody>
          <a:bodyPr spcFirstLastPara="1" wrap="square" lIns="91425" tIns="45700" rIns="91425" bIns="45700" anchor="t" anchorCtr="0">
            <a:spAutoFit/>
          </a:bodyPr>
          <a:p>
            <a:pPr marL="0" marR="0" lvl="0" indent="0" algn="l" rtl="0">
              <a:spcBef>
                <a:spcPts val="480"/>
              </a:spcBef>
              <a:spcAft>
                <a:spcPts val="0"/>
              </a:spcAft>
              <a:buClr>
                <a:schemeClr val="dk1"/>
              </a:buClr>
              <a:buSzPts val="2400"/>
              <a:buFont typeface="Arial" panose="020B0604020202020204"/>
              <a:buNone/>
            </a:pPr>
            <a:r>
              <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rPr>
              <a:t>Spring's REST Support:</a:t>
            </a: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rPr>
              <a:t>Spring provides excellent tools and abstractions for building RESTful APIs:</a:t>
            </a: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rPr>
              <a:t>Spring MVC: The foundation for building web applications and RESTful services.</a:t>
            </a: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rPr>
              <a:t>@RestController: A specialized controller annotation that simplifies the creation of REST endpoints.</a:t>
            </a: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rPr>
              <a:t>@RequestMapping (and variants): Maps HTTP requests to controller methods based on URLs and HTTP methods.</a:t>
            </a: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rPr>
              <a:t>Data Conversion: Automatically converts Java objects to JSON or XML (and vice-versa) using libraries like Jackson or JAXB.</a:t>
            </a: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rPr>
              <a:t>Exception Handling: Provides mechanisms to handle exceptions gracefully and return appropriate error responses.</a:t>
            </a: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rPr>
              <a:t>Hateoas (Hypermedia as the Engine of Application State): Can be used to add links to responses, guiding clients on how to interact with the API.</a:t>
            </a: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48603" name="Google Shape;112;p3"/>
          <p:cNvSpPr/>
          <p:nvPr/>
        </p:nvSpPr>
        <p:spPr>
          <a:xfrm>
            <a:off x="1270" y="1643063"/>
            <a:ext cx="9144000" cy="642937"/>
          </a:xfrm>
          <a:prstGeom prst="rect">
            <a:avLst/>
          </a:prstGeom>
          <a:solidFill>
            <a:srgbClr val="1F497D"/>
          </a:solidFill>
          <a:ln>
            <a:noFill/>
          </a:ln>
        </p:spPr>
        <p:txBody>
          <a:bodyPr spcFirstLastPara="1" wrap="square" lIns="91425" tIns="45700" rIns="91425" bIns="45700" anchor="ctr" anchorCtr="0">
            <a:noAutofit/>
          </a:bodyPr>
          <a:p>
            <a:pPr marL="0" marR="0" lvl="0" indent="0" algn="ctr" rtl="0">
              <a:spcBef>
                <a:spcPts val="0"/>
              </a:spcBef>
              <a:spcAft>
                <a:spcPts val="0"/>
              </a:spcAft>
              <a:buClr>
                <a:schemeClr val="dk1"/>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048604" name="Google Shape;113;p3"/>
          <p:cNvSpPr/>
          <p:nvPr/>
        </p:nvSpPr>
        <p:spPr>
          <a:xfrm>
            <a:off x="190500" y="1687513"/>
            <a:ext cx="8763000" cy="554037"/>
          </a:xfrm>
          <a:prstGeom prst="rect">
            <a:avLst/>
          </a:prstGeom>
          <a:noFill/>
          <a:ln>
            <a:noFill/>
          </a:ln>
        </p:spPr>
        <p:txBody>
          <a:bodyPr spcFirstLastPara="1" wrap="square" lIns="91425" tIns="45700" rIns="91425" bIns="45700" anchor="t" anchorCtr="0">
            <a:noAutofit/>
          </a:bodyPr>
          <a:p>
            <a:pPr marL="0" marR="0" lvl="0" indent="0" algn="l" rtl="0">
              <a:spcBef>
                <a:spcPts val="0"/>
              </a:spcBef>
              <a:spcAft>
                <a:spcPts val="0"/>
              </a:spcAft>
              <a:buClr>
                <a:schemeClr val="lt1"/>
              </a:buClr>
              <a:buSzPts val="3000"/>
              <a:buFont typeface="Arial" panose="020B0604020202020204"/>
              <a:buNone/>
            </a:pPr>
            <a:r>
              <a:rPr lang="en-IN" sz="3000" b="1" i="0" u="none" strike="noStrike" cap="none">
                <a:solidFill>
                  <a:schemeClr val="lt1"/>
                </a:solidFill>
                <a:latin typeface="Calibri" panose="020F0502020204030204"/>
                <a:ea typeface="Calibri" panose="020F0502020204030204"/>
                <a:cs typeface="Calibri" panose="020F0502020204030204"/>
                <a:sym typeface="Calibri" panose="020F0502020204030204"/>
              </a:rPr>
              <a:t>Spring Boot REST APIs</a:t>
            </a:r>
            <a:endParaRPr lang="en-IN" sz="3000" b="1"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00" name="Shape 108"/>
        <p:cNvGrpSpPr/>
        <p:nvPr/>
      </p:nvGrpSpPr>
      <p:grpSpPr>
        <a:xfrm>
          <a:off x="0" y="0"/>
          <a:ext cx="0" cy="0"/>
          <a:chOff x="0" y="0"/>
          <a:chExt cx="0" cy="0"/>
        </a:xfrm>
      </p:grpSpPr>
      <p:pic>
        <p:nvPicPr>
          <p:cNvPr id="2097156" name="Google Shape;109;p3" descr="C:\Users\parul\Desktop\Digital Learning Content.png"/>
          <p:cNvPicPr preferRelativeResize="0"/>
          <p:nvPr/>
        </p:nvPicPr>
        <p:blipFill rotWithShape="1">
          <a:blip r:embed="rId1"/>
          <a:srcRect/>
          <a:stretch>
            <a:fillRect/>
          </a:stretch>
        </p:blipFill>
        <p:spPr>
          <a:xfrm>
            <a:off x="0" y="0"/>
            <a:ext cx="9144000" cy="6900863"/>
          </a:xfrm>
          <a:prstGeom prst="rect">
            <a:avLst/>
          </a:prstGeom>
          <a:noFill/>
          <a:ln>
            <a:noFill/>
          </a:ln>
        </p:spPr>
      </p:pic>
      <p:pic>
        <p:nvPicPr>
          <p:cNvPr id="2097157" name="Google Shape;110;p3" descr="C:\Users\parul\Desktop\Untitled-1.png"/>
          <p:cNvPicPr preferRelativeResize="0"/>
          <p:nvPr/>
        </p:nvPicPr>
        <p:blipFill rotWithShape="1">
          <a:blip r:embed="rId2"/>
          <a:srcRect/>
          <a:stretch>
            <a:fillRect/>
          </a:stretch>
        </p:blipFill>
        <p:spPr>
          <a:xfrm>
            <a:off x="1857375" y="3071813"/>
            <a:ext cx="5430838" cy="2803525"/>
          </a:xfrm>
          <a:prstGeom prst="rect">
            <a:avLst/>
          </a:prstGeom>
          <a:noFill/>
          <a:ln>
            <a:noFill/>
          </a:ln>
        </p:spPr>
      </p:pic>
      <p:sp>
        <p:nvSpPr>
          <p:cNvPr id="1048602" name="Google Shape;111;p3"/>
          <p:cNvSpPr txBox="1"/>
          <p:nvPr/>
        </p:nvSpPr>
        <p:spPr>
          <a:xfrm>
            <a:off x="190500" y="2286000"/>
            <a:ext cx="8558213" cy="4091305"/>
          </a:xfrm>
          <a:prstGeom prst="rect">
            <a:avLst/>
          </a:prstGeom>
          <a:noFill/>
          <a:ln>
            <a:noFill/>
          </a:ln>
        </p:spPr>
        <p:txBody>
          <a:bodyPr spcFirstLastPara="1" wrap="square" lIns="91425" tIns="45700" rIns="91425" bIns="45700" anchor="t" anchorCtr="0">
            <a:spAutoFit/>
          </a:bodyPr>
          <a:p>
            <a:pPr marL="0" marR="0" lvl="0" indent="0" algn="l" rtl="0">
              <a:spcBef>
                <a:spcPts val="480"/>
              </a:spcBef>
              <a:spcAft>
                <a:spcPts val="0"/>
              </a:spcAft>
              <a:buClr>
                <a:schemeClr val="dk1"/>
              </a:buClr>
              <a:buSzPts val="2400"/>
              <a:buFont typeface="Arial" panose="020B0604020202020204"/>
              <a:buNone/>
            </a:pPr>
            <a:r>
              <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rPr>
              <a:t>Example: Library API</a:t>
            </a: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rPr>
              <a:t>Let's build a simple REST API for a library that manages books.</a:t>
            </a: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rPr>
              <a:t>Entity (Book):</a:t>
            </a: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rPr>
              <a:t>Java</a:t>
            </a: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rPr>
              <a:t>@Entity</a:t>
            </a: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rPr>
              <a:t>public class Book {</a:t>
            </a: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rPr>
              <a:t>    @Id @GeneratedValue</a:t>
            </a: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rPr>
              <a:t>    private Long id;</a:t>
            </a: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rPr>
              <a:t>    private String title;</a:t>
            </a: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rPr>
              <a:t>    private String author;</a:t>
            </a: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rPr>
              <a:t>    // getters, setters, constructor, toString</a:t>
            </a: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rPr>
              <a:t>}</a:t>
            </a: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48603" name="Google Shape;112;p3"/>
          <p:cNvSpPr/>
          <p:nvPr/>
        </p:nvSpPr>
        <p:spPr>
          <a:xfrm>
            <a:off x="1270" y="1643063"/>
            <a:ext cx="9144000" cy="642937"/>
          </a:xfrm>
          <a:prstGeom prst="rect">
            <a:avLst/>
          </a:prstGeom>
          <a:solidFill>
            <a:srgbClr val="1F497D"/>
          </a:solidFill>
          <a:ln>
            <a:noFill/>
          </a:ln>
        </p:spPr>
        <p:txBody>
          <a:bodyPr spcFirstLastPara="1" wrap="square" lIns="91425" tIns="45700" rIns="91425" bIns="45700" anchor="ctr" anchorCtr="0">
            <a:noAutofit/>
          </a:bodyPr>
          <a:p>
            <a:pPr marL="0" marR="0" lvl="0" indent="0" algn="ctr" rtl="0">
              <a:spcBef>
                <a:spcPts val="0"/>
              </a:spcBef>
              <a:spcAft>
                <a:spcPts val="0"/>
              </a:spcAft>
              <a:buClr>
                <a:schemeClr val="dk1"/>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048604" name="Google Shape;113;p3"/>
          <p:cNvSpPr/>
          <p:nvPr/>
        </p:nvSpPr>
        <p:spPr>
          <a:xfrm>
            <a:off x="190500" y="1687513"/>
            <a:ext cx="8763000" cy="554037"/>
          </a:xfrm>
          <a:prstGeom prst="rect">
            <a:avLst/>
          </a:prstGeom>
          <a:noFill/>
          <a:ln>
            <a:noFill/>
          </a:ln>
        </p:spPr>
        <p:txBody>
          <a:bodyPr spcFirstLastPara="1" wrap="square" lIns="91425" tIns="45700" rIns="91425" bIns="45700" anchor="t" anchorCtr="0">
            <a:noAutofit/>
          </a:bodyPr>
          <a:p>
            <a:pPr marL="0" marR="0" lvl="0" indent="0" algn="l" rtl="0">
              <a:spcBef>
                <a:spcPts val="0"/>
              </a:spcBef>
              <a:spcAft>
                <a:spcPts val="0"/>
              </a:spcAft>
              <a:buClr>
                <a:schemeClr val="lt1"/>
              </a:buClr>
              <a:buSzPts val="3000"/>
              <a:buFont typeface="Arial" panose="020B0604020202020204"/>
              <a:buNone/>
            </a:pPr>
            <a:r>
              <a:rPr lang="en-IN" sz="3000" b="1" i="0" u="none" strike="noStrike" cap="none">
                <a:solidFill>
                  <a:schemeClr val="lt1"/>
                </a:solidFill>
                <a:latin typeface="Calibri" panose="020F0502020204030204"/>
                <a:ea typeface="Calibri" panose="020F0502020204030204"/>
                <a:cs typeface="Calibri" panose="020F0502020204030204"/>
                <a:sym typeface="Calibri" panose="020F0502020204030204"/>
              </a:rPr>
              <a:t>Spring Boot REST APIs</a:t>
            </a:r>
            <a:endParaRPr lang="en-IN" sz="3000" b="1"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00" name="Shape 108"/>
        <p:cNvGrpSpPr/>
        <p:nvPr/>
      </p:nvGrpSpPr>
      <p:grpSpPr>
        <a:xfrm>
          <a:off x="0" y="0"/>
          <a:ext cx="0" cy="0"/>
          <a:chOff x="0" y="0"/>
          <a:chExt cx="0" cy="0"/>
        </a:xfrm>
      </p:grpSpPr>
      <p:pic>
        <p:nvPicPr>
          <p:cNvPr id="2097156" name="Google Shape;109;p3" descr="C:\Users\parul\Desktop\Digital Learning Content.png"/>
          <p:cNvPicPr preferRelativeResize="0"/>
          <p:nvPr/>
        </p:nvPicPr>
        <p:blipFill rotWithShape="1">
          <a:blip r:embed="rId1"/>
          <a:srcRect/>
          <a:stretch>
            <a:fillRect/>
          </a:stretch>
        </p:blipFill>
        <p:spPr>
          <a:xfrm>
            <a:off x="0" y="0"/>
            <a:ext cx="9144000" cy="6900863"/>
          </a:xfrm>
          <a:prstGeom prst="rect">
            <a:avLst/>
          </a:prstGeom>
          <a:noFill/>
          <a:ln>
            <a:noFill/>
          </a:ln>
        </p:spPr>
      </p:pic>
      <p:pic>
        <p:nvPicPr>
          <p:cNvPr id="2097157" name="Google Shape;110;p3" descr="C:\Users\parul\Desktop\Untitled-1.png"/>
          <p:cNvPicPr preferRelativeResize="0"/>
          <p:nvPr/>
        </p:nvPicPr>
        <p:blipFill rotWithShape="1">
          <a:blip r:embed="rId2"/>
          <a:srcRect/>
          <a:stretch>
            <a:fillRect/>
          </a:stretch>
        </p:blipFill>
        <p:spPr>
          <a:xfrm>
            <a:off x="1857375" y="3071813"/>
            <a:ext cx="5430838" cy="2803525"/>
          </a:xfrm>
          <a:prstGeom prst="rect">
            <a:avLst/>
          </a:prstGeom>
          <a:noFill/>
          <a:ln>
            <a:noFill/>
          </a:ln>
        </p:spPr>
      </p:pic>
      <p:sp>
        <p:nvSpPr>
          <p:cNvPr id="1048602" name="Google Shape;111;p3"/>
          <p:cNvSpPr txBox="1"/>
          <p:nvPr/>
        </p:nvSpPr>
        <p:spPr>
          <a:xfrm>
            <a:off x="190500" y="2286000"/>
            <a:ext cx="8558213" cy="3413760"/>
          </a:xfrm>
          <a:prstGeom prst="rect">
            <a:avLst/>
          </a:prstGeom>
          <a:noFill/>
          <a:ln>
            <a:noFill/>
          </a:ln>
        </p:spPr>
        <p:txBody>
          <a:bodyPr spcFirstLastPara="1" wrap="square" lIns="91425" tIns="45700" rIns="91425" bIns="45700" anchor="t" anchorCtr="0">
            <a:spAutoFit/>
          </a:bodyPr>
          <a:p>
            <a:pPr marL="0" marR="0" lvl="0" indent="0" algn="l" rtl="0">
              <a:spcBef>
                <a:spcPts val="480"/>
              </a:spcBef>
              <a:spcAft>
                <a:spcPts val="0"/>
              </a:spcAft>
              <a:buClr>
                <a:schemeClr val="dk1"/>
              </a:buClr>
              <a:buSzPts val="2400"/>
              <a:buFont typeface="Arial" panose="020B0604020202020204"/>
              <a:buNone/>
            </a:pPr>
            <a:endParaRPr sz="1800" b="1"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endParaRPr sz="1800" b="1"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800" b="1" i="0" u="none" strike="noStrike" cap="none">
                <a:solidFill>
                  <a:schemeClr val="dk1"/>
                </a:solidFill>
                <a:latin typeface="Calibri" panose="020F0502020204030204"/>
                <a:ea typeface="Calibri" panose="020F0502020204030204"/>
                <a:cs typeface="Calibri" panose="020F0502020204030204"/>
                <a:sym typeface="Calibri" panose="020F0502020204030204"/>
              </a:rPr>
              <a:t>Repository:</a:t>
            </a:r>
            <a:endParaRPr sz="1800" b="1"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rPr>
              <a:t>@Repository</a:t>
            </a: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rPr>
              <a:t>public interface BookRepository extends JpaRepository&lt;Book, Long&gt; </a:t>
            </a: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lang="en-IN" sz="1800" b="0" i="0" u="none" strike="noStrike" cap="none">
                <a:solidFill>
                  <a:schemeClr val="dk1"/>
                </a:solidFill>
                <a:latin typeface="Calibri" panose="020F0502020204030204"/>
                <a:ea typeface="Calibri" panose="020F0502020204030204"/>
                <a:cs typeface="Calibri" panose="020F0502020204030204"/>
                <a:sym typeface="Calibri" panose="020F0502020204030204"/>
              </a:rPr>
              <a:t>    </a:t>
            </a:r>
            <a:r>
              <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rPr>
              <a:t>{</a:t>
            </a: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lang="en-IN" sz="1800" b="0" i="0" u="none" strike="noStrike" cap="none">
                <a:solidFill>
                  <a:schemeClr val="dk1"/>
                </a:solidFill>
                <a:latin typeface="Calibri" panose="020F0502020204030204"/>
                <a:ea typeface="Calibri" panose="020F0502020204030204"/>
                <a:cs typeface="Calibri" panose="020F0502020204030204"/>
                <a:sym typeface="Calibri" panose="020F0502020204030204"/>
              </a:rPr>
              <a:t>      </a:t>
            </a:r>
            <a:r>
              <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rPr>
              <a:t>}</a:t>
            </a: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rPr>
              <a:t>}</a:t>
            </a: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48603" name="Google Shape;112;p3"/>
          <p:cNvSpPr/>
          <p:nvPr/>
        </p:nvSpPr>
        <p:spPr>
          <a:xfrm>
            <a:off x="1270" y="1643063"/>
            <a:ext cx="9144000" cy="642937"/>
          </a:xfrm>
          <a:prstGeom prst="rect">
            <a:avLst/>
          </a:prstGeom>
          <a:solidFill>
            <a:srgbClr val="1F497D"/>
          </a:solidFill>
          <a:ln>
            <a:noFill/>
          </a:ln>
        </p:spPr>
        <p:txBody>
          <a:bodyPr spcFirstLastPara="1" wrap="square" lIns="91425" tIns="45700" rIns="91425" bIns="45700" anchor="ctr" anchorCtr="0">
            <a:noAutofit/>
          </a:bodyPr>
          <a:p>
            <a:pPr marL="0" marR="0" lvl="0" indent="0" algn="ctr" rtl="0">
              <a:spcBef>
                <a:spcPts val="0"/>
              </a:spcBef>
              <a:spcAft>
                <a:spcPts val="0"/>
              </a:spcAft>
              <a:buClr>
                <a:schemeClr val="dk1"/>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048604" name="Google Shape;113;p3"/>
          <p:cNvSpPr/>
          <p:nvPr/>
        </p:nvSpPr>
        <p:spPr>
          <a:xfrm>
            <a:off x="190500" y="1687513"/>
            <a:ext cx="8763000" cy="554037"/>
          </a:xfrm>
          <a:prstGeom prst="rect">
            <a:avLst/>
          </a:prstGeom>
          <a:noFill/>
          <a:ln>
            <a:noFill/>
          </a:ln>
        </p:spPr>
        <p:txBody>
          <a:bodyPr spcFirstLastPara="1" wrap="square" lIns="91425" tIns="45700" rIns="91425" bIns="45700" anchor="t" anchorCtr="0">
            <a:noAutofit/>
          </a:bodyPr>
          <a:p>
            <a:pPr marL="0" marR="0" lvl="0" indent="0" algn="l" rtl="0">
              <a:spcBef>
                <a:spcPts val="0"/>
              </a:spcBef>
              <a:spcAft>
                <a:spcPts val="0"/>
              </a:spcAft>
              <a:buClr>
                <a:schemeClr val="lt1"/>
              </a:buClr>
              <a:buSzPts val="3000"/>
              <a:buFont typeface="Arial" panose="020B0604020202020204"/>
              <a:buNone/>
            </a:pPr>
            <a:r>
              <a:rPr lang="en-IN" sz="3000" b="1" i="0" u="none" strike="noStrike" cap="none">
                <a:solidFill>
                  <a:schemeClr val="lt1"/>
                </a:solidFill>
                <a:latin typeface="Calibri" panose="020F0502020204030204"/>
                <a:ea typeface="Calibri" panose="020F0502020204030204"/>
                <a:cs typeface="Calibri" panose="020F0502020204030204"/>
                <a:sym typeface="Calibri" panose="020F0502020204030204"/>
              </a:rPr>
              <a:t>Spring Boot REST APIs</a:t>
            </a:r>
            <a:endParaRPr lang="en-IN" sz="3000" b="1"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00" name="Shape 108"/>
        <p:cNvGrpSpPr/>
        <p:nvPr/>
      </p:nvGrpSpPr>
      <p:grpSpPr>
        <a:xfrm>
          <a:off x="0" y="0"/>
          <a:ext cx="0" cy="0"/>
          <a:chOff x="0" y="0"/>
          <a:chExt cx="0" cy="0"/>
        </a:xfrm>
      </p:grpSpPr>
      <p:pic>
        <p:nvPicPr>
          <p:cNvPr id="2097156" name="Google Shape;109;p3" descr="C:\Users\parul\Desktop\Digital Learning Content.png"/>
          <p:cNvPicPr preferRelativeResize="0"/>
          <p:nvPr/>
        </p:nvPicPr>
        <p:blipFill rotWithShape="1">
          <a:blip r:embed="rId1"/>
          <a:srcRect/>
          <a:stretch>
            <a:fillRect/>
          </a:stretch>
        </p:blipFill>
        <p:spPr>
          <a:xfrm>
            <a:off x="0" y="0"/>
            <a:ext cx="9144000" cy="6900863"/>
          </a:xfrm>
          <a:prstGeom prst="rect">
            <a:avLst/>
          </a:prstGeom>
          <a:noFill/>
          <a:ln>
            <a:noFill/>
          </a:ln>
        </p:spPr>
      </p:pic>
      <p:pic>
        <p:nvPicPr>
          <p:cNvPr id="2097157" name="Google Shape;110;p3" descr="C:\Users\parul\Desktop\Untitled-1.png"/>
          <p:cNvPicPr preferRelativeResize="0"/>
          <p:nvPr/>
        </p:nvPicPr>
        <p:blipFill rotWithShape="1">
          <a:blip r:embed="rId2"/>
          <a:srcRect/>
          <a:stretch>
            <a:fillRect/>
          </a:stretch>
        </p:blipFill>
        <p:spPr>
          <a:xfrm>
            <a:off x="1857375" y="3071813"/>
            <a:ext cx="5430838" cy="2803525"/>
          </a:xfrm>
          <a:prstGeom prst="rect">
            <a:avLst/>
          </a:prstGeom>
          <a:noFill/>
          <a:ln>
            <a:noFill/>
          </a:ln>
        </p:spPr>
      </p:pic>
      <p:sp>
        <p:nvSpPr>
          <p:cNvPr id="1048602" name="Google Shape;111;p3"/>
          <p:cNvSpPr txBox="1"/>
          <p:nvPr/>
        </p:nvSpPr>
        <p:spPr>
          <a:xfrm>
            <a:off x="190500" y="2286000"/>
            <a:ext cx="8558213" cy="4368165"/>
          </a:xfrm>
          <a:prstGeom prst="rect">
            <a:avLst/>
          </a:prstGeom>
          <a:noFill/>
          <a:ln>
            <a:noFill/>
          </a:ln>
        </p:spPr>
        <p:txBody>
          <a:bodyPr spcFirstLastPara="1" wrap="square" lIns="91425" tIns="45700" rIns="91425" bIns="45700" anchor="t" anchorCtr="0">
            <a:spAutoFit/>
          </a:bodyPr>
          <a:p>
            <a:pPr marL="0" marR="0" lvl="0" indent="0" algn="l" rtl="0">
              <a:spcBef>
                <a:spcPts val="480"/>
              </a:spcBef>
              <a:spcAft>
                <a:spcPts val="0"/>
              </a:spcAft>
              <a:buClr>
                <a:schemeClr val="dk1"/>
              </a:buClr>
              <a:buSzPts val="2400"/>
              <a:buFont typeface="Arial" panose="020B0604020202020204"/>
              <a:buNone/>
            </a:pPr>
            <a:r>
              <a:rPr sz="1800" b="1">
                <a:solidFill>
                  <a:schemeClr val="dk1"/>
                </a:solidFill>
                <a:latin typeface="Calibri" panose="020F0502020204030204"/>
                <a:ea typeface="Calibri" panose="020F0502020204030204"/>
                <a:cs typeface="Calibri" panose="020F0502020204030204"/>
                <a:sym typeface="Calibri" panose="020F0502020204030204"/>
              </a:rPr>
              <a:t>Controller:</a:t>
            </a:r>
            <a:endParaRPr sz="1800" b="1"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a:solidFill>
                  <a:schemeClr val="dk1"/>
                </a:solidFill>
                <a:latin typeface="Calibri" panose="020F0502020204030204"/>
                <a:ea typeface="Calibri" panose="020F0502020204030204"/>
                <a:cs typeface="Calibri" panose="020F0502020204030204"/>
                <a:sym typeface="Calibri" panose="020F0502020204030204"/>
              </a:rPr>
              <a:t>@RestController</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a:solidFill>
                  <a:schemeClr val="dk1"/>
                </a:solidFill>
                <a:latin typeface="Calibri" panose="020F0502020204030204"/>
                <a:ea typeface="Calibri" panose="020F0502020204030204"/>
                <a:cs typeface="Calibri" panose="020F0502020204030204"/>
                <a:sym typeface="Calibri" panose="020F0502020204030204"/>
              </a:rPr>
              <a:t>@RequestMapping("/api/books")</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a:solidFill>
                  <a:schemeClr val="dk1"/>
                </a:solidFill>
                <a:latin typeface="Calibri" panose="020F0502020204030204"/>
                <a:ea typeface="Calibri" panose="020F0502020204030204"/>
                <a:cs typeface="Calibri" panose="020F0502020204030204"/>
                <a:sym typeface="Calibri" panose="020F0502020204030204"/>
              </a:rPr>
              <a:t>public class BookController {</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a:solidFill>
                  <a:schemeClr val="dk1"/>
                </a:solidFill>
                <a:latin typeface="Calibri" panose="020F0502020204030204"/>
                <a:ea typeface="Calibri" panose="020F0502020204030204"/>
                <a:cs typeface="Calibri" panose="020F0502020204030204"/>
                <a:sym typeface="Calibri" panose="020F0502020204030204"/>
              </a:rPr>
              <a:t>    @Autowired</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a:solidFill>
                  <a:schemeClr val="dk1"/>
                </a:solidFill>
                <a:latin typeface="Calibri" panose="020F0502020204030204"/>
                <a:ea typeface="Calibri" panose="020F0502020204030204"/>
                <a:cs typeface="Calibri" panose="020F0502020204030204"/>
                <a:sym typeface="Calibri" panose="020F0502020204030204"/>
              </a:rPr>
              <a:t>    private BookRepository bookRepository;</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a:solidFill>
                  <a:schemeClr val="dk1"/>
                </a:solidFill>
                <a:latin typeface="Calibri" panose="020F0502020204030204"/>
                <a:ea typeface="Calibri" panose="020F0502020204030204"/>
                <a:cs typeface="Calibri" panose="020F0502020204030204"/>
                <a:sym typeface="Calibri" panose="020F0502020204030204"/>
              </a:rPr>
              <a:t>    @GetMapping</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a:solidFill>
                  <a:schemeClr val="dk1"/>
                </a:solidFill>
                <a:latin typeface="Calibri" panose="020F0502020204030204"/>
                <a:ea typeface="Calibri" panose="020F0502020204030204"/>
                <a:cs typeface="Calibri" panose="020F0502020204030204"/>
                <a:sym typeface="Calibri" panose="020F0502020204030204"/>
              </a:rPr>
              <a:t>    public List&lt;Book&gt; getAllBooks() {return bookRepository.findAll();</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a:solidFill>
                  <a:schemeClr val="dk1"/>
                </a:solidFill>
                <a:latin typeface="Calibri" panose="020F0502020204030204"/>
                <a:ea typeface="Calibri" panose="020F0502020204030204"/>
                <a:cs typeface="Calibri" panose="020F0502020204030204"/>
                <a:sym typeface="Calibri" panose="020F0502020204030204"/>
              </a:rPr>
              <a:t>    }</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a:solidFill>
                  <a:schemeClr val="dk1"/>
                </a:solidFill>
                <a:latin typeface="Calibri" panose="020F0502020204030204"/>
                <a:ea typeface="Calibri" panose="020F0502020204030204"/>
                <a:cs typeface="Calibri" panose="020F0502020204030204"/>
                <a:sym typeface="Calibri" panose="020F0502020204030204"/>
              </a:rPr>
              <a:t>    @GetMapping("/{id}")</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a:solidFill>
                  <a:schemeClr val="dk1"/>
                </a:solidFill>
                <a:latin typeface="Calibri" panose="020F0502020204030204"/>
                <a:ea typeface="Calibri" panose="020F0502020204030204"/>
                <a:cs typeface="Calibri" panose="020F0502020204030204"/>
                <a:sym typeface="Calibri" panose="020F0502020204030204"/>
              </a:rPr>
              <a:t>    public Book getBookById(@PathVariable Long id) {</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a:solidFill>
                  <a:schemeClr val="dk1"/>
                </a:solidFill>
                <a:latin typeface="Calibri" panose="020F0502020204030204"/>
                <a:ea typeface="Calibri" panose="020F0502020204030204"/>
                <a:cs typeface="Calibri" panose="020F0502020204030204"/>
                <a:sym typeface="Calibri" panose="020F0502020204030204"/>
              </a:rPr>
              <a:t>        return bookRepository.findById(id)</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a:solidFill>
                  <a:schemeClr val="dk1"/>
                </a:solidFill>
                <a:latin typeface="Calibri" panose="020F0502020204030204"/>
                <a:ea typeface="Calibri" panose="020F0502020204030204"/>
                <a:cs typeface="Calibri" panose="020F0502020204030204"/>
                <a:sym typeface="Calibri" panose="020F0502020204030204"/>
              </a:rPr>
              <a:t>                .orElseThrow(() -&gt; new ResourceNotFoundException("Book not found"));</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r>
              <a:rPr sz="1600">
                <a:solidFill>
                  <a:schemeClr val="dk1"/>
                </a:solidFill>
                <a:latin typeface="Calibri" panose="020F0502020204030204"/>
                <a:ea typeface="Calibri" panose="020F0502020204030204"/>
                <a:cs typeface="Calibri" panose="020F0502020204030204"/>
                <a:sym typeface="Calibri" panose="020F0502020204030204"/>
              </a:rPr>
              <a:t>    }    // ... other methods for create, update, delete</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48603" name="Google Shape;112;p3"/>
          <p:cNvSpPr/>
          <p:nvPr/>
        </p:nvSpPr>
        <p:spPr>
          <a:xfrm>
            <a:off x="1270" y="1643063"/>
            <a:ext cx="9144000" cy="642937"/>
          </a:xfrm>
          <a:prstGeom prst="rect">
            <a:avLst/>
          </a:prstGeom>
          <a:solidFill>
            <a:srgbClr val="1F497D"/>
          </a:solidFill>
          <a:ln>
            <a:noFill/>
          </a:ln>
        </p:spPr>
        <p:txBody>
          <a:bodyPr spcFirstLastPara="1" wrap="square" lIns="91425" tIns="45700" rIns="91425" bIns="45700" anchor="ctr" anchorCtr="0">
            <a:noAutofit/>
          </a:bodyPr>
          <a:p>
            <a:pPr marL="0" marR="0" lvl="0" indent="0" algn="ctr" rtl="0">
              <a:spcBef>
                <a:spcPts val="0"/>
              </a:spcBef>
              <a:spcAft>
                <a:spcPts val="0"/>
              </a:spcAft>
              <a:buClr>
                <a:schemeClr val="dk1"/>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048604" name="Google Shape;113;p3"/>
          <p:cNvSpPr/>
          <p:nvPr/>
        </p:nvSpPr>
        <p:spPr>
          <a:xfrm>
            <a:off x="190500" y="1687513"/>
            <a:ext cx="8763000" cy="554037"/>
          </a:xfrm>
          <a:prstGeom prst="rect">
            <a:avLst/>
          </a:prstGeom>
          <a:noFill/>
          <a:ln>
            <a:noFill/>
          </a:ln>
        </p:spPr>
        <p:txBody>
          <a:bodyPr spcFirstLastPara="1" wrap="square" lIns="91425" tIns="45700" rIns="91425" bIns="45700" anchor="t" anchorCtr="0">
            <a:noAutofit/>
          </a:bodyPr>
          <a:p>
            <a:pPr marL="0" marR="0" lvl="0" indent="0" algn="l" rtl="0">
              <a:spcBef>
                <a:spcPts val="0"/>
              </a:spcBef>
              <a:spcAft>
                <a:spcPts val="0"/>
              </a:spcAft>
              <a:buClr>
                <a:schemeClr val="lt1"/>
              </a:buClr>
              <a:buSzPts val="3000"/>
              <a:buFont typeface="Arial" panose="020B0604020202020204"/>
              <a:buNone/>
            </a:pPr>
            <a:r>
              <a:rPr lang="en-IN" sz="3000" b="1" i="0" u="none" strike="noStrike" cap="none">
                <a:solidFill>
                  <a:schemeClr val="lt1"/>
                </a:solidFill>
                <a:latin typeface="Calibri" panose="020F0502020204030204"/>
                <a:ea typeface="Calibri" panose="020F0502020204030204"/>
                <a:cs typeface="Calibri" panose="020F0502020204030204"/>
                <a:sym typeface="Calibri" panose="020F0502020204030204"/>
              </a:rPr>
              <a:t>Spring Boot REST APIs</a:t>
            </a:r>
            <a:endParaRPr lang="en-IN" sz="3000" b="1"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00" name="Shape 108"/>
        <p:cNvGrpSpPr/>
        <p:nvPr/>
      </p:nvGrpSpPr>
      <p:grpSpPr>
        <a:xfrm>
          <a:off x="0" y="0"/>
          <a:ext cx="0" cy="0"/>
          <a:chOff x="0" y="0"/>
          <a:chExt cx="0" cy="0"/>
        </a:xfrm>
      </p:grpSpPr>
      <p:pic>
        <p:nvPicPr>
          <p:cNvPr id="2097156" name="Google Shape;109;p3" descr="C:\Users\parul\Desktop\Digital Learning Content.png"/>
          <p:cNvPicPr preferRelativeResize="0"/>
          <p:nvPr/>
        </p:nvPicPr>
        <p:blipFill rotWithShape="1">
          <a:blip r:embed="rId1"/>
          <a:srcRect/>
          <a:stretch>
            <a:fillRect/>
          </a:stretch>
        </p:blipFill>
        <p:spPr>
          <a:xfrm>
            <a:off x="0" y="0"/>
            <a:ext cx="9144000" cy="6900863"/>
          </a:xfrm>
          <a:prstGeom prst="rect">
            <a:avLst/>
          </a:prstGeom>
          <a:noFill/>
          <a:ln>
            <a:noFill/>
          </a:ln>
        </p:spPr>
      </p:pic>
      <p:pic>
        <p:nvPicPr>
          <p:cNvPr id="2097157" name="Google Shape;110;p3" descr="C:\Users\parul\Desktop\Untitled-1.png"/>
          <p:cNvPicPr preferRelativeResize="0"/>
          <p:nvPr/>
        </p:nvPicPr>
        <p:blipFill rotWithShape="1">
          <a:blip r:embed="rId2"/>
          <a:srcRect/>
          <a:stretch>
            <a:fillRect/>
          </a:stretch>
        </p:blipFill>
        <p:spPr>
          <a:xfrm>
            <a:off x="1857375" y="3071813"/>
            <a:ext cx="5430838" cy="2803525"/>
          </a:xfrm>
          <a:prstGeom prst="rect">
            <a:avLst/>
          </a:prstGeom>
          <a:noFill/>
          <a:ln>
            <a:noFill/>
          </a:ln>
        </p:spPr>
      </p:pic>
      <p:sp>
        <p:nvSpPr>
          <p:cNvPr id="1048602" name="Google Shape;111;p3"/>
          <p:cNvSpPr txBox="1"/>
          <p:nvPr/>
        </p:nvSpPr>
        <p:spPr>
          <a:xfrm>
            <a:off x="190500" y="2286000"/>
            <a:ext cx="8558213" cy="890270"/>
          </a:xfrm>
          <a:prstGeom prst="rect">
            <a:avLst/>
          </a:prstGeom>
          <a:noFill/>
          <a:ln>
            <a:noFill/>
          </a:ln>
        </p:spPr>
        <p:txBody>
          <a:bodyPr spcFirstLastPara="1" wrap="square" lIns="91425" tIns="45700" rIns="91425" bIns="45700" anchor="t" anchorCtr="0">
            <a:spAutoFit/>
          </a:bodyPr>
          <a:p>
            <a:pPr marL="0" marR="0" lvl="0" indent="0" algn="l" rtl="0">
              <a:spcBef>
                <a:spcPts val="480"/>
              </a:spcBef>
              <a:spcAft>
                <a:spcPts val="0"/>
              </a:spcAft>
              <a:buClr>
                <a:schemeClr val="dk1"/>
              </a:buClr>
              <a:buSzPts val="2400"/>
              <a:buFont typeface="Arial" panose="020B0604020202020204"/>
              <a:buNone/>
            </a:pPr>
            <a:endParaRPr sz="24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endParaRPr sz="24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48603" name="Google Shape;112;p3"/>
          <p:cNvSpPr/>
          <p:nvPr/>
        </p:nvSpPr>
        <p:spPr>
          <a:xfrm>
            <a:off x="1270" y="1643063"/>
            <a:ext cx="9144000" cy="642937"/>
          </a:xfrm>
          <a:prstGeom prst="rect">
            <a:avLst/>
          </a:prstGeom>
          <a:solidFill>
            <a:srgbClr val="1F497D"/>
          </a:solidFill>
          <a:ln>
            <a:noFill/>
          </a:ln>
        </p:spPr>
        <p:txBody>
          <a:bodyPr spcFirstLastPara="1" wrap="square" lIns="91425" tIns="45700" rIns="91425" bIns="45700" anchor="ctr" anchorCtr="0">
            <a:noAutofit/>
          </a:bodyPr>
          <a:p>
            <a:pPr marL="0" marR="0" lvl="0" indent="0" algn="ctr" rtl="0">
              <a:spcBef>
                <a:spcPts val="0"/>
              </a:spcBef>
              <a:spcAft>
                <a:spcPts val="0"/>
              </a:spcAft>
              <a:buClr>
                <a:schemeClr val="dk1"/>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048604" name="Google Shape;113;p3"/>
          <p:cNvSpPr/>
          <p:nvPr/>
        </p:nvSpPr>
        <p:spPr>
          <a:xfrm>
            <a:off x="190500" y="1687513"/>
            <a:ext cx="8763000" cy="554037"/>
          </a:xfrm>
          <a:prstGeom prst="rect">
            <a:avLst/>
          </a:prstGeom>
          <a:noFill/>
          <a:ln>
            <a:noFill/>
          </a:ln>
        </p:spPr>
        <p:txBody>
          <a:bodyPr spcFirstLastPara="1" wrap="square" lIns="91425" tIns="45700" rIns="91425" bIns="45700" anchor="t" anchorCtr="0">
            <a:noAutofit/>
          </a:bodyPr>
          <a:p>
            <a:pPr marL="0" marR="0" lvl="0" indent="0" algn="l" rtl="0">
              <a:spcBef>
                <a:spcPts val="0"/>
              </a:spcBef>
              <a:spcAft>
                <a:spcPts val="0"/>
              </a:spcAft>
              <a:buClr>
                <a:schemeClr val="lt1"/>
              </a:buClr>
              <a:buSzPts val="3000"/>
              <a:buFont typeface="Arial" panose="020B0604020202020204"/>
              <a:buNone/>
            </a:pPr>
            <a:r>
              <a:rPr lang="en-IN" sz="3000" b="1" i="0" u="none" strike="noStrike" cap="none">
                <a:solidFill>
                  <a:schemeClr val="lt1"/>
                </a:solidFill>
                <a:latin typeface="Calibri" panose="020F0502020204030204"/>
                <a:ea typeface="Calibri" panose="020F0502020204030204"/>
                <a:cs typeface="Calibri" panose="020F0502020204030204"/>
                <a:sym typeface="Calibri" panose="020F0502020204030204"/>
              </a:rPr>
              <a:t>Spring </a:t>
            </a:r>
            <a:endParaRPr sz="3000" b="1"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 name="Text Box 0"/>
          <p:cNvSpPr txBox="1"/>
          <p:nvPr/>
        </p:nvSpPr>
        <p:spPr>
          <a:xfrm>
            <a:off x="597535" y="2590800"/>
            <a:ext cx="6993255" cy="3138170"/>
          </a:xfrm>
          <a:prstGeom prst="rect">
            <a:avLst/>
          </a:prstGeom>
          <a:noFill/>
        </p:spPr>
        <p:txBody>
          <a:bodyPr wrap="square" rtlCol="0">
            <a:spAutoFit/>
          </a:bodyPr>
          <a:p>
            <a:r>
              <a:rPr lang="en-US" sz="1800"/>
              <a:t>Explanation:</a:t>
            </a:r>
            <a:endParaRPr lang="en-US" sz="1800"/>
          </a:p>
          <a:p>
            <a:endParaRPr lang="en-US" sz="1800"/>
          </a:p>
          <a:p>
            <a:r>
              <a:rPr lang="en-US" sz="1800"/>
              <a:t>@RestController: Marks the class as a REST controller (no need for view resolution).</a:t>
            </a:r>
            <a:endParaRPr lang="en-US" sz="1800"/>
          </a:p>
          <a:p>
            <a:r>
              <a:rPr lang="en-US" sz="1800"/>
              <a:t>@RequestMapping("/api/books"): Sets the base URL for all endpoints in this controller.</a:t>
            </a:r>
            <a:endParaRPr lang="en-US" sz="1800"/>
          </a:p>
          <a:p>
            <a:r>
              <a:rPr lang="en-US" sz="1800"/>
              <a:t>@GetMapping: Maps GET requests to the corresponding methods.</a:t>
            </a:r>
            <a:endParaRPr lang="en-US" sz="1800"/>
          </a:p>
          <a:p>
            <a:r>
              <a:rPr lang="en-US" sz="1800"/>
              <a:t>@PathVariable: Extracts the id from the URL.</a:t>
            </a:r>
            <a:endParaRPr lang="en-US" sz="1800"/>
          </a:p>
          <a:p>
            <a:r>
              <a:rPr lang="en-US" sz="1800"/>
              <a:t>Error Handling: We throw a ResourceNotFoundException if the book is not found. You can create a global exception handler to customize error responses.</a:t>
            </a:r>
            <a:endParaRPr lang="en-US" sz="180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00" name="Shape 108"/>
        <p:cNvGrpSpPr/>
        <p:nvPr/>
      </p:nvGrpSpPr>
      <p:grpSpPr>
        <a:xfrm>
          <a:off x="0" y="0"/>
          <a:ext cx="0" cy="0"/>
          <a:chOff x="0" y="0"/>
          <a:chExt cx="0" cy="0"/>
        </a:xfrm>
      </p:grpSpPr>
      <p:pic>
        <p:nvPicPr>
          <p:cNvPr id="2097156" name="Google Shape;109;p3" descr="C:\Users\parul\Desktop\Digital Learning Content.png"/>
          <p:cNvPicPr preferRelativeResize="0"/>
          <p:nvPr/>
        </p:nvPicPr>
        <p:blipFill rotWithShape="1">
          <a:blip r:embed="rId1"/>
          <a:srcRect/>
          <a:stretch>
            <a:fillRect/>
          </a:stretch>
        </p:blipFill>
        <p:spPr>
          <a:xfrm>
            <a:off x="0" y="0"/>
            <a:ext cx="9144000" cy="6900863"/>
          </a:xfrm>
          <a:prstGeom prst="rect">
            <a:avLst/>
          </a:prstGeom>
          <a:noFill/>
          <a:ln>
            <a:noFill/>
          </a:ln>
        </p:spPr>
      </p:pic>
      <p:pic>
        <p:nvPicPr>
          <p:cNvPr id="2097157" name="Google Shape;110;p3" descr="C:\Users\parul\Desktop\Untitled-1.png"/>
          <p:cNvPicPr preferRelativeResize="0"/>
          <p:nvPr/>
        </p:nvPicPr>
        <p:blipFill rotWithShape="1">
          <a:blip r:embed="rId2"/>
          <a:srcRect/>
          <a:stretch>
            <a:fillRect/>
          </a:stretch>
        </p:blipFill>
        <p:spPr>
          <a:xfrm>
            <a:off x="1857375" y="3071813"/>
            <a:ext cx="5430838" cy="2803525"/>
          </a:xfrm>
          <a:prstGeom prst="rect">
            <a:avLst/>
          </a:prstGeom>
          <a:noFill/>
          <a:ln>
            <a:noFill/>
          </a:ln>
        </p:spPr>
      </p:pic>
      <p:sp>
        <p:nvSpPr>
          <p:cNvPr id="1048602" name="Google Shape;111;p3"/>
          <p:cNvSpPr txBox="1"/>
          <p:nvPr/>
        </p:nvSpPr>
        <p:spPr>
          <a:xfrm>
            <a:off x="190500" y="2286000"/>
            <a:ext cx="8558213" cy="890270"/>
          </a:xfrm>
          <a:prstGeom prst="rect">
            <a:avLst/>
          </a:prstGeom>
          <a:noFill/>
          <a:ln>
            <a:noFill/>
          </a:ln>
        </p:spPr>
        <p:txBody>
          <a:bodyPr spcFirstLastPara="1" wrap="square" lIns="91425" tIns="45700" rIns="91425" bIns="45700" anchor="t" anchorCtr="0">
            <a:spAutoFit/>
          </a:bodyPr>
          <a:p>
            <a:pPr marL="0" marR="0" lvl="0" indent="0" algn="l" rtl="0">
              <a:spcBef>
                <a:spcPts val="480"/>
              </a:spcBef>
              <a:spcAft>
                <a:spcPts val="0"/>
              </a:spcAft>
              <a:buClr>
                <a:schemeClr val="dk1"/>
              </a:buClr>
              <a:buSzPts val="2400"/>
              <a:buFont typeface="Arial" panose="020B0604020202020204"/>
              <a:buNone/>
            </a:pPr>
            <a:endParaRPr sz="24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endParaRPr sz="24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48603" name="Google Shape;112;p3"/>
          <p:cNvSpPr/>
          <p:nvPr/>
        </p:nvSpPr>
        <p:spPr>
          <a:xfrm>
            <a:off x="1270" y="1643063"/>
            <a:ext cx="9144000" cy="642937"/>
          </a:xfrm>
          <a:prstGeom prst="rect">
            <a:avLst/>
          </a:prstGeom>
          <a:solidFill>
            <a:srgbClr val="1F497D"/>
          </a:solidFill>
          <a:ln>
            <a:noFill/>
          </a:ln>
        </p:spPr>
        <p:txBody>
          <a:bodyPr spcFirstLastPara="1" wrap="square" lIns="91425" tIns="45700" rIns="91425" bIns="45700" anchor="ctr" anchorCtr="0">
            <a:noAutofit/>
          </a:bodyPr>
          <a:p>
            <a:pPr marL="0" marR="0" lvl="0" indent="0" algn="ctr" rtl="0">
              <a:spcBef>
                <a:spcPts val="0"/>
              </a:spcBef>
              <a:spcAft>
                <a:spcPts val="0"/>
              </a:spcAft>
              <a:buClr>
                <a:schemeClr val="dk1"/>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048604" name="Google Shape;113;p3"/>
          <p:cNvSpPr/>
          <p:nvPr/>
        </p:nvSpPr>
        <p:spPr>
          <a:xfrm>
            <a:off x="190500" y="1687513"/>
            <a:ext cx="8763000" cy="554037"/>
          </a:xfrm>
          <a:prstGeom prst="rect">
            <a:avLst/>
          </a:prstGeom>
          <a:noFill/>
          <a:ln>
            <a:noFill/>
          </a:ln>
        </p:spPr>
        <p:txBody>
          <a:bodyPr spcFirstLastPara="1" wrap="square" lIns="91425" tIns="45700" rIns="91425" bIns="45700" anchor="t" anchorCtr="0">
            <a:noAutofit/>
          </a:bodyPr>
          <a:p>
            <a:pPr marL="0" marR="0" lvl="0" indent="0" algn="l" rtl="0">
              <a:spcBef>
                <a:spcPts val="0"/>
              </a:spcBef>
              <a:spcAft>
                <a:spcPts val="0"/>
              </a:spcAft>
              <a:buClr>
                <a:schemeClr val="lt1"/>
              </a:buClr>
              <a:buSzPts val="3000"/>
              <a:buFont typeface="Arial" panose="020B0604020202020204"/>
              <a:buNone/>
            </a:pPr>
            <a:r>
              <a:rPr lang="en-IN" sz="3000" b="1" i="0" u="none" strike="noStrike" cap="none">
                <a:solidFill>
                  <a:schemeClr val="lt1"/>
                </a:solidFill>
                <a:latin typeface="Calibri" panose="020F0502020204030204"/>
                <a:ea typeface="Calibri" panose="020F0502020204030204"/>
                <a:cs typeface="Calibri" panose="020F0502020204030204"/>
                <a:sym typeface="Calibri" panose="020F0502020204030204"/>
              </a:rPr>
              <a:t>Spring </a:t>
            </a:r>
            <a:endParaRPr sz="3000" b="1"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 name="Text Box 0"/>
          <p:cNvSpPr txBox="1"/>
          <p:nvPr/>
        </p:nvSpPr>
        <p:spPr>
          <a:xfrm>
            <a:off x="597535" y="2590800"/>
            <a:ext cx="6993255" cy="3138170"/>
          </a:xfrm>
          <a:prstGeom prst="rect">
            <a:avLst/>
          </a:prstGeom>
          <a:noFill/>
        </p:spPr>
        <p:txBody>
          <a:bodyPr wrap="square" rtlCol="0">
            <a:spAutoFit/>
          </a:bodyPr>
          <a:p>
            <a:r>
              <a:rPr lang="en-US" sz="1800"/>
              <a:t>Explanation:</a:t>
            </a:r>
            <a:endParaRPr lang="en-US" sz="1800"/>
          </a:p>
          <a:p>
            <a:endParaRPr lang="en-US" sz="1800"/>
          </a:p>
          <a:p>
            <a:r>
              <a:rPr lang="en-US" sz="1800"/>
              <a:t>@RestController: Marks the class as a REST controller (no need for view resolution).</a:t>
            </a:r>
            <a:endParaRPr lang="en-US" sz="1800"/>
          </a:p>
          <a:p>
            <a:r>
              <a:rPr lang="en-US" sz="1800"/>
              <a:t>@RequestMapping("/api/books"): Sets the base URL for all endpoints in this controller.</a:t>
            </a:r>
            <a:endParaRPr lang="en-US" sz="1800"/>
          </a:p>
          <a:p>
            <a:r>
              <a:rPr lang="en-US" sz="1800"/>
              <a:t>@GetMapping: Maps GET requests to the corresponding methods.</a:t>
            </a:r>
            <a:endParaRPr lang="en-US" sz="1800"/>
          </a:p>
          <a:p>
            <a:r>
              <a:rPr lang="en-US" sz="1800"/>
              <a:t>@PathVariable: Extracts the id from the URL.</a:t>
            </a:r>
            <a:endParaRPr lang="en-US" sz="1800"/>
          </a:p>
          <a:p>
            <a:r>
              <a:rPr lang="en-US" sz="1800"/>
              <a:t>Error Handling: We throw a ResourceNotFoundException if the book is not found. You can create a global exception handler to customize error responses.</a:t>
            </a:r>
            <a:endParaRPr lang="en-US" sz="180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00" name="Shape 108"/>
        <p:cNvGrpSpPr/>
        <p:nvPr/>
      </p:nvGrpSpPr>
      <p:grpSpPr>
        <a:xfrm>
          <a:off x="0" y="0"/>
          <a:ext cx="0" cy="0"/>
          <a:chOff x="0" y="0"/>
          <a:chExt cx="0" cy="0"/>
        </a:xfrm>
      </p:grpSpPr>
      <p:pic>
        <p:nvPicPr>
          <p:cNvPr id="2097156" name="Google Shape;109;p3" descr="C:\Users\parul\Desktop\Digital Learning Content.png"/>
          <p:cNvPicPr preferRelativeResize="0"/>
          <p:nvPr/>
        </p:nvPicPr>
        <p:blipFill rotWithShape="1">
          <a:blip r:embed="rId1"/>
          <a:srcRect/>
          <a:stretch>
            <a:fillRect/>
          </a:stretch>
        </p:blipFill>
        <p:spPr>
          <a:xfrm>
            <a:off x="0" y="0"/>
            <a:ext cx="9144000" cy="6900863"/>
          </a:xfrm>
          <a:prstGeom prst="rect">
            <a:avLst/>
          </a:prstGeom>
          <a:noFill/>
          <a:ln>
            <a:noFill/>
          </a:ln>
        </p:spPr>
      </p:pic>
      <p:pic>
        <p:nvPicPr>
          <p:cNvPr id="2097157" name="Google Shape;110;p3" descr="C:\Users\parul\Desktop\Untitled-1.png"/>
          <p:cNvPicPr preferRelativeResize="0"/>
          <p:nvPr/>
        </p:nvPicPr>
        <p:blipFill rotWithShape="1">
          <a:blip r:embed="rId2"/>
          <a:srcRect/>
          <a:stretch>
            <a:fillRect/>
          </a:stretch>
        </p:blipFill>
        <p:spPr>
          <a:xfrm>
            <a:off x="1857375" y="3071813"/>
            <a:ext cx="5430838" cy="2803525"/>
          </a:xfrm>
          <a:prstGeom prst="rect">
            <a:avLst/>
          </a:prstGeom>
          <a:noFill/>
          <a:ln>
            <a:noFill/>
          </a:ln>
        </p:spPr>
      </p:pic>
      <p:sp>
        <p:nvSpPr>
          <p:cNvPr id="1048602" name="Google Shape;111;p3"/>
          <p:cNvSpPr txBox="1"/>
          <p:nvPr/>
        </p:nvSpPr>
        <p:spPr>
          <a:xfrm>
            <a:off x="190500" y="2286000"/>
            <a:ext cx="8558213" cy="890270"/>
          </a:xfrm>
          <a:prstGeom prst="rect">
            <a:avLst/>
          </a:prstGeom>
          <a:noFill/>
          <a:ln>
            <a:noFill/>
          </a:ln>
        </p:spPr>
        <p:txBody>
          <a:bodyPr spcFirstLastPara="1" wrap="square" lIns="91425" tIns="45700" rIns="91425" bIns="45700" anchor="t" anchorCtr="0">
            <a:spAutoFit/>
          </a:bodyPr>
          <a:p>
            <a:pPr marL="0" marR="0" lvl="0" indent="0" algn="l" rtl="0">
              <a:spcBef>
                <a:spcPts val="480"/>
              </a:spcBef>
              <a:spcAft>
                <a:spcPts val="0"/>
              </a:spcAft>
              <a:buClr>
                <a:schemeClr val="dk1"/>
              </a:buClr>
              <a:buSzPts val="2400"/>
              <a:buFont typeface="Arial" panose="020B0604020202020204"/>
              <a:buNone/>
            </a:pPr>
            <a:endParaRPr sz="24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endParaRPr sz="24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48603" name="Google Shape;112;p3"/>
          <p:cNvSpPr/>
          <p:nvPr/>
        </p:nvSpPr>
        <p:spPr>
          <a:xfrm>
            <a:off x="1270" y="1643063"/>
            <a:ext cx="9144000" cy="642937"/>
          </a:xfrm>
          <a:prstGeom prst="rect">
            <a:avLst/>
          </a:prstGeom>
          <a:solidFill>
            <a:srgbClr val="1F497D"/>
          </a:solidFill>
          <a:ln>
            <a:noFill/>
          </a:ln>
        </p:spPr>
        <p:txBody>
          <a:bodyPr spcFirstLastPara="1" wrap="square" lIns="91425" tIns="45700" rIns="91425" bIns="45700" anchor="ctr" anchorCtr="0">
            <a:noAutofit/>
          </a:bodyPr>
          <a:p>
            <a:pPr marL="0" marR="0" lvl="0" indent="0" algn="ctr" rtl="0">
              <a:spcBef>
                <a:spcPts val="0"/>
              </a:spcBef>
              <a:spcAft>
                <a:spcPts val="0"/>
              </a:spcAft>
              <a:buClr>
                <a:schemeClr val="dk1"/>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048604" name="Google Shape;113;p3"/>
          <p:cNvSpPr/>
          <p:nvPr/>
        </p:nvSpPr>
        <p:spPr>
          <a:xfrm>
            <a:off x="190500" y="1687513"/>
            <a:ext cx="8763000" cy="554037"/>
          </a:xfrm>
          <a:prstGeom prst="rect">
            <a:avLst/>
          </a:prstGeom>
          <a:noFill/>
          <a:ln>
            <a:noFill/>
          </a:ln>
        </p:spPr>
        <p:txBody>
          <a:bodyPr spcFirstLastPara="1" wrap="square" lIns="91425" tIns="45700" rIns="91425" bIns="45700" anchor="t" anchorCtr="0">
            <a:noAutofit/>
          </a:bodyPr>
          <a:p>
            <a:pPr marL="0" marR="0" lvl="0" indent="0" algn="l" rtl="0">
              <a:spcBef>
                <a:spcPts val="0"/>
              </a:spcBef>
              <a:spcAft>
                <a:spcPts val="0"/>
              </a:spcAft>
              <a:buClr>
                <a:schemeClr val="lt1"/>
              </a:buClr>
              <a:buSzPts val="3000"/>
              <a:buFont typeface="Arial" panose="020B0604020202020204"/>
              <a:buNone/>
            </a:pPr>
            <a:r>
              <a:rPr lang="en-IN" sz="3000" b="1" i="0" u="none" strike="noStrike" cap="none">
                <a:solidFill>
                  <a:schemeClr val="lt1"/>
                </a:solidFill>
                <a:latin typeface="Calibri" panose="020F0502020204030204"/>
                <a:ea typeface="Calibri" panose="020F0502020204030204"/>
                <a:cs typeface="Calibri" panose="020F0502020204030204"/>
                <a:sym typeface="Calibri" panose="020F0502020204030204"/>
              </a:rPr>
              <a:t>Spring </a:t>
            </a:r>
            <a:endParaRPr sz="3000" b="1"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 name="Text Box 0"/>
          <p:cNvSpPr txBox="1"/>
          <p:nvPr/>
        </p:nvSpPr>
        <p:spPr>
          <a:xfrm>
            <a:off x="597535" y="2590800"/>
            <a:ext cx="6993255" cy="3138170"/>
          </a:xfrm>
          <a:prstGeom prst="rect">
            <a:avLst/>
          </a:prstGeom>
          <a:noFill/>
        </p:spPr>
        <p:txBody>
          <a:bodyPr wrap="square" rtlCol="0">
            <a:spAutoFit/>
          </a:bodyPr>
          <a:p>
            <a:r>
              <a:rPr lang="en-US" sz="1800"/>
              <a:t>Running the Application:</a:t>
            </a:r>
            <a:endParaRPr lang="en-US" sz="1800"/>
          </a:p>
          <a:p>
            <a:endParaRPr lang="en-US" sz="1800"/>
          </a:p>
          <a:p>
            <a:r>
              <a:rPr lang="en-US" sz="1800"/>
              <a:t>Start the Spring Boot application.</a:t>
            </a:r>
            <a:endParaRPr lang="en-US" sz="1800"/>
          </a:p>
          <a:p>
            <a:r>
              <a:rPr lang="en-US" sz="1800"/>
              <a:t>Use a REST client (e.g., Postman, curl) to test the endpoints:</a:t>
            </a:r>
            <a:endParaRPr lang="en-US" sz="1800"/>
          </a:p>
          <a:p>
            <a:r>
              <a:rPr lang="en-US" sz="1800"/>
              <a:t>GET /api/books: Get all books.</a:t>
            </a:r>
            <a:endParaRPr lang="en-US" sz="1800"/>
          </a:p>
          <a:p>
            <a:r>
              <a:rPr lang="en-US" sz="1800"/>
              <a:t>GET /api/books/1: Get the book with ID 1.</a:t>
            </a:r>
            <a:endParaRPr lang="en-US" sz="1800"/>
          </a:p>
          <a:p>
            <a:r>
              <a:rPr lang="en-US" sz="1800"/>
              <a:t>POST /api/books: Create a new book (provide JSON data in the request body).</a:t>
            </a:r>
            <a:endParaRPr lang="en-US" sz="1800"/>
          </a:p>
          <a:p>
            <a:r>
              <a:rPr lang="en-US" sz="1800"/>
              <a:t>PUT /api/books/1: Update the book with ID 1.</a:t>
            </a:r>
            <a:endParaRPr lang="en-US" sz="1800"/>
          </a:p>
          <a:p>
            <a:r>
              <a:rPr lang="en-US" sz="1800"/>
              <a:t>DELETE /api/books/1: Delete the book with ID 1.</a:t>
            </a:r>
            <a:endParaRPr lang="en-US" sz="1800"/>
          </a:p>
          <a:p>
            <a:endParaRPr lang="en-US" sz="180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00" name="Shape 108"/>
        <p:cNvGrpSpPr/>
        <p:nvPr/>
      </p:nvGrpSpPr>
      <p:grpSpPr>
        <a:xfrm>
          <a:off x="0" y="0"/>
          <a:ext cx="0" cy="0"/>
          <a:chOff x="0" y="0"/>
          <a:chExt cx="0" cy="0"/>
        </a:xfrm>
      </p:grpSpPr>
      <p:pic>
        <p:nvPicPr>
          <p:cNvPr id="2097156" name="Google Shape;109;p3" descr="C:\Users\parul\Desktop\Digital Learning Content.png"/>
          <p:cNvPicPr preferRelativeResize="0"/>
          <p:nvPr/>
        </p:nvPicPr>
        <p:blipFill rotWithShape="1">
          <a:blip r:embed="rId1"/>
          <a:srcRect/>
          <a:stretch>
            <a:fillRect/>
          </a:stretch>
        </p:blipFill>
        <p:spPr>
          <a:xfrm>
            <a:off x="0" y="0"/>
            <a:ext cx="9144000" cy="6900863"/>
          </a:xfrm>
          <a:prstGeom prst="rect">
            <a:avLst/>
          </a:prstGeom>
          <a:noFill/>
          <a:ln>
            <a:noFill/>
          </a:ln>
        </p:spPr>
      </p:pic>
      <p:pic>
        <p:nvPicPr>
          <p:cNvPr id="2097157" name="Google Shape;110;p3" descr="C:\Users\parul\Desktop\Untitled-1.png"/>
          <p:cNvPicPr preferRelativeResize="0"/>
          <p:nvPr/>
        </p:nvPicPr>
        <p:blipFill rotWithShape="1">
          <a:blip r:embed="rId2"/>
          <a:srcRect/>
          <a:stretch>
            <a:fillRect/>
          </a:stretch>
        </p:blipFill>
        <p:spPr>
          <a:xfrm>
            <a:off x="1857375" y="3071813"/>
            <a:ext cx="5430838" cy="2803525"/>
          </a:xfrm>
          <a:prstGeom prst="rect">
            <a:avLst/>
          </a:prstGeom>
          <a:noFill/>
          <a:ln>
            <a:noFill/>
          </a:ln>
        </p:spPr>
      </p:pic>
      <p:sp>
        <p:nvSpPr>
          <p:cNvPr id="1048602" name="Google Shape;111;p3"/>
          <p:cNvSpPr txBox="1"/>
          <p:nvPr/>
        </p:nvSpPr>
        <p:spPr>
          <a:xfrm>
            <a:off x="190500" y="2286000"/>
            <a:ext cx="8558213" cy="890270"/>
          </a:xfrm>
          <a:prstGeom prst="rect">
            <a:avLst/>
          </a:prstGeom>
          <a:noFill/>
          <a:ln>
            <a:noFill/>
          </a:ln>
        </p:spPr>
        <p:txBody>
          <a:bodyPr spcFirstLastPara="1" wrap="square" lIns="91425" tIns="45700" rIns="91425" bIns="45700" anchor="t" anchorCtr="0">
            <a:spAutoFit/>
          </a:bodyPr>
          <a:p>
            <a:pPr marL="0" marR="0" lvl="0" indent="0" algn="l" rtl="0">
              <a:spcBef>
                <a:spcPts val="480"/>
              </a:spcBef>
              <a:spcAft>
                <a:spcPts val="0"/>
              </a:spcAft>
              <a:buClr>
                <a:schemeClr val="dk1"/>
              </a:buClr>
              <a:buSzPts val="2400"/>
              <a:buFont typeface="Arial" panose="020B0604020202020204"/>
              <a:buNone/>
            </a:pPr>
            <a:endParaRPr sz="24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480"/>
              </a:spcBef>
              <a:spcAft>
                <a:spcPts val="0"/>
              </a:spcAft>
              <a:buClr>
                <a:schemeClr val="dk1"/>
              </a:buClr>
              <a:buSzPts val="2400"/>
              <a:buFont typeface="Arial" panose="020B0604020202020204"/>
              <a:buNone/>
            </a:pPr>
            <a:endParaRPr sz="24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48603" name="Google Shape;112;p3"/>
          <p:cNvSpPr/>
          <p:nvPr/>
        </p:nvSpPr>
        <p:spPr>
          <a:xfrm>
            <a:off x="1270" y="1643063"/>
            <a:ext cx="9144000" cy="642937"/>
          </a:xfrm>
          <a:prstGeom prst="rect">
            <a:avLst/>
          </a:prstGeom>
          <a:solidFill>
            <a:srgbClr val="1F497D"/>
          </a:solidFill>
          <a:ln>
            <a:noFill/>
          </a:ln>
        </p:spPr>
        <p:txBody>
          <a:bodyPr spcFirstLastPara="1" wrap="square" lIns="91425" tIns="45700" rIns="91425" bIns="45700" anchor="ctr" anchorCtr="0">
            <a:noAutofit/>
          </a:bodyPr>
          <a:p>
            <a:pPr marL="0" marR="0" lvl="0" indent="0" algn="ctr" rtl="0">
              <a:spcBef>
                <a:spcPts val="0"/>
              </a:spcBef>
              <a:spcAft>
                <a:spcPts val="0"/>
              </a:spcAft>
              <a:buClr>
                <a:schemeClr val="dk1"/>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048604" name="Google Shape;113;p3"/>
          <p:cNvSpPr/>
          <p:nvPr/>
        </p:nvSpPr>
        <p:spPr>
          <a:xfrm>
            <a:off x="190500" y="1687513"/>
            <a:ext cx="8763000" cy="554037"/>
          </a:xfrm>
          <a:prstGeom prst="rect">
            <a:avLst/>
          </a:prstGeom>
          <a:noFill/>
          <a:ln>
            <a:noFill/>
          </a:ln>
        </p:spPr>
        <p:txBody>
          <a:bodyPr spcFirstLastPara="1" wrap="square" lIns="91425" tIns="45700" rIns="91425" bIns="45700" anchor="t" anchorCtr="0">
            <a:noAutofit/>
          </a:bodyPr>
          <a:p>
            <a:pPr marL="0" marR="0" lvl="0" indent="0" algn="l" rtl="0">
              <a:spcBef>
                <a:spcPts val="0"/>
              </a:spcBef>
              <a:spcAft>
                <a:spcPts val="0"/>
              </a:spcAft>
              <a:buClr>
                <a:schemeClr val="lt1"/>
              </a:buClr>
              <a:buSzPts val="3000"/>
              <a:buFont typeface="Arial" panose="020B0604020202020204"/>
              <a:buNone/>
            </a:pPr>
            <a:r>
              <a:rPr lang="en-IN" sz="3000" b="1" i="0" u="none" strike="noStrike" cap="none">
                <a:solidFill>
                  <a:schemeClr val="lt1"/>
                </a:solidFill>
                <a:latin typeface="Calibri" panose="020F0502020204030204"/>
                <a:ea typeface="Calibri" panose="020F0502020204030204"/>
                <a:cs typeface="Calibri" panose="020F0502020204030204"/>
                <a:sym typeface="Calibri" panose="020F0502020204030204"/>
              </a:rPr>
              <a:t>Spring </a:t>
            </a:r>
            <a:endParaRPr sz="3000" b="1"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 name="Text Box 0"/>
          <p:cNvSpPr txBox="1"/>
          <p:nvPr/>
        </p:nvSpPr>
        <p:spPr>
          <a:xfrm>
            <a:off x="597535" y="2472690"/>
            <a:ext cx="6993255" cy="4799965"/>
          </a:xfrm>
          <a:prstGeom prst="rect">
            <a:avLst/>
          </a:prstGeom>
          <a:noFill/>
        </p:spPr>
        <p:txBody>
          <a:bodyPr wrap="square" rtlCol="0">
            <a:spAutoFit/>
          </a:bodyPr>
          <a:p>
            <a:r>
              <a:rPr lang="en-US" sz="1800">
                <a:sym typeface="+mn-ea"/>
              </a:rPr>
              <a:t>Points</a:t>
            </a:r>
            <a:r>
              <a:rPr lang="en-IN" altLang="en-US" sz="1800">
                <a:sym typeface="+mn-ea"/>
              </a:rPr>
              <a:t> to Remember </a:t>
            </a:r>
            <a:r>
              <a:rPr lang="en-US" sz="1800">
                <a:sym typeface="+mn-ea"/>
              </a:rPr>
              <a:t>:</a:t>
            </a:r>
            <a:endParaRPr lang="en-US" sz="1800"/>
          </a:p>
          <a:p>
            <a:endParaRPr lang="en-US" sz="1800"/>
          </a:p>
          <a:p>
            <a:r>
              <a:rPr lang="en-US" sz="1800">
                <a:sym typeface="+mn-ea"/>
              </a:rPr>
              <a:t>HTTP Methods: Use GET, POST, PUT, DELETE for the standard CRUD operations.</a:t>
            </a:r>
            <a:endParaRPr lang="en-US" sz="1800"/>
          </a:p>
          <a:p>
            <a:r>
              <a:rPr lang="en-US" sz="1800">
                <a:sym typeface="+mn-ea"/>
              </a:rPr>
              <a:t>Resource Identification: Use meaningful URLs to identify resources (e.g., /api/books).</a:t>
            </a:r>
            <a:endParaRPr lang="en-US" sz="1800"/>
          </a:p>
          <a:p>
            <a:r>
              <a:rPr lang="en-US" sz="1800">
                <a:sym typeface="+mn-ea"/>
              </a:rPr>
              <a:t>Status Codes: Return appropriate HTTP status codes (e.g., 200 OK, 404 Not Found).</a:t>
            </a:r>
            <a:endParaRPr lang="en-US" sz="1800"/>
          </a:p>
          <a:p>
            <a:r>
              <a:rPr lang="en-US" sz="1800">
                <a:sym typeface="+mn-ea"/>
              </a:rPr>
              <a:t>Content Negotiation: Consider supporting multiple response formats (JSON, XML).</a:t>
            </a:r>
            <a:endParaRPr lang="en-US" sz="1800"/>
          </a:p>
          <a:p>
            <a:r>
              <a:rPr lang="en-US" sz="1800">
                <a:sym typeface="+mn-ea"/>
              </a:rPr>
              <a:t>Security: Always implement security measures to protect your APIs.</a:t>
            </a:r>
            <a:endParaRPr lang="en-US" sz="1800"/>
          </a:p>
          <a:p>
            <a:endParaRPr lang="en-US" sz="1800">
              <a:sym typeface="+mn-ea"/>
            </a:endParaRPr>
          </a:p>
          <a:p>
            <a:r>
              <a:rPr lang="en-US" sz="1800">
                <a:sym typeface="+mn-ea"/>
              </a:rPr>
              <a:t>This is a basic example. You can enhance it by adding pagination, filtering, sorting, and other features to build more comprehensive REST APIs. Let me know if you have any more questions.</a:t>
            </a:r>
            <a:endParaRPr lang="en-US" sz="1800"/>
          </a:p>
          <a:p>
            <a:r>
              <a:rPr lang="en-US" sz="1800"/>
              <a:t>.</a:t>
            </a:r>
            <a:endParaRPr lang="en-US" sz="1800"/>
          </a:p>
          <a:p>
            <a:endParaRPr lang="en-US" sz="180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322" name="Shape 825"/>
        <p:cNvGrpSpPr/>
        <p:nvPr/>
      </p:nvGrpSpPr>
      <p:grpSpPr>
        <a:xfrm>
          <a:off x="0" y="0"/>
          <a:ext cx="0" cy="0"/>
          <a:chOff x="0" y="0"/>
          <a:chExt cx="0" cy="0"/>
        </a:xfrm>
      </p:grpSpPr>
      <p:sp>
        <p:nvSpPr>
          <p:cNvPr id="1048998" name="Google Shape;826;p77"/>
          <p:cNvSpPr/>
          <p:nvPr/>
        </p:nvSpPr>
        <p:spPr>
          <a:xfrm>
            <a:off x="0" y="3214688"/>
            <a:ext cx="9144000" cy="3643312"/>
          </a:xfrm>
          <a:prstGeom prst="rect">
            <a:avLst/>
          </a:prstGeom>
          <a:solidFill>
            <a:srgbClr val="1F497D"/>
          </a:solidFill>
          <a:ln>
            <a:noFill/>
          </a:ln>
        </p:spPr>
        <p:txBody>
          <a:bodyPr spcFirstLastPara="1" wrap="square" lIns="91425" tIns="45700" rIns="91425" bIns="45700" anchor="ctr" anchorCtr="0">
            <a:noAutofit/>
          </a:bodyPr>
          <a:p>
            <a:pPr marL="0" marR="0" lvl="0" indent="0" algn="ctr" rtl="0">
              <a:spcBef>
                <a:spcPts val="0"/>
              </a:spcBef>
              <a:spcAft>
                <a:spcPts val="0"/>
              </a:spcAft>
              <a:buClr>
                <a:schemeClr val="dk1"/>
              </a:buClr>
              <a:buSzPts val="1800"/>
              <a:buFont typeface="Arial" panose="020B0604020202020204"/>
              <a:buNone/>
            </a:pPr>
            <a:endParaRPr sz="1800">
              <a:solidFill>
                <a:schemeClr val="dk1"/>
              </a:solidFill>
              <a:latin typeface="Arial" panose="020B0604020202020204"/>
              <a:ea typeface="Arial" panose="020B0604020202020204"/>
              <a:cs typeface="Arial" panose="020B0604020202020204"/>
              <a:sym typeface="Arial" panose="020B0604020202020204"/>
            </a:endParaRPr>
          </a:p>
        </p:txBody>
      </p:sp>
      <p:pic>
        <p:nvPicPr>
          <p:cNvPr id="2097329" name="Google Shape;827;p77" descr="C:\Users\parul\Desktop\1.png"/>
          <p:cNvPicPr preferRelativeResize="0"/>
          <p:nvPr/>
        </p:nvPicPr>
        <p:blipFill rotWithShape="1">
          <a:blip r:embed="rId1"/>
          <a:srcRect/>
          <a:stretch>
            <a:fillRect/>
          </a:stretch>
        </p:blipFill>
        <p:spPr>
          <a:xfrm>
            <a:off x="1219200" y="361950"/>
            <a:ext cx="6705600" cy="2857500"/>
          </a:xfrm>
          <a:prstGeom prst="rect">
            <a:avLst/>
          </a:prstGeom>
          <a:noFill/>
          <a:ln>
            <a:noFill/>
          </a:ln>
        </p:spPr>
      </p:pic>
      <p:pic>
        <p:nvPicPr>
          <p:cNvPr id="2097330" name="Google Shape;828;p77" descr="C:\Users\parul\Desktop\2.png"/>
          <p:cNvPicPr preferRelativeResize="0"/>
          <p:nvPr/>
        </p:nvPicPr>
        <p:blipFill rotWithShape="1">
          <a:blip r:embed="rId2"/>
          <a:srcRect/>
          <a:stretch>
            <a:fillRect/>
          </a:stretch>
        </p:blipFill>
        <p:spPr>
          <a:xfrm>
            <a:off x="2433638" y="4000500"/>
            <a:ext cx="4276725" cy="571500"/>
          </a:xfrm>
          <a:prstGeom prst="rect">
            <a:avLst/>
          </a:prstGeom>
          <a:noFill/>
          <a:ln>
            <a:noFill/>
          </a:ln>
        </p:spPr>
      </p:pic>
      <p:pic>
        <p:nvPicPr>
          <p:cNvPr id="2097331" name="Google Shape;829;p77" descr="C:\Users\parul\Desktop\Cover Page with yellow patch - Version 18.png"/>
          <p:cNvPicPr preferRelativeResize="0"/>
          <p:nvPr/>
        </p:nvPicPr>
        <p:blipFill rotWithShape="1">
          <a:blip r:embed="rId3"/>
          <a:srcRect/>
          <a:stretch>
            <a:fillRect/>
          </a:stretch>
        </p:blipFill>
        <p:spPr>
          <a:xfrm>
            <a:off x="3038475" y="4946650"/>
            <a:ext cx="3067050" cy="260350"/>
          </a:xfrm>
          <a:prstGeom prst="rect">
            <a:avLst/>
          </a:prstGeom>
          <a:noFill/>
          <a:ln>
            <a:noFill/>
          </a:ln>
        </p:spPr>
      </p:pic>
      <p:sp>
        <p:nvSpPr>
          <p:cNvPr id="1048999" name="Google Shape;830;p77"/>
          <p:cNvSpPr/>
          <p:nvPr/>
        </p:nvSpPr>
        <p:spPr>
          <a:xfrm>
            <a:off x="0" y="6003925"/>
            <a:ext cx="9144000" cy="357188"/>
          </a:xfrm>
          <a:prstGeom prst="rect">
            <a:avLst/>
          </a:prstGeom>
          <a:solidFill>
            <a:srgbClr val="FFFFFF"/>
          </a:solidFill>
          <a:ln>
            <a:noFill/>
          </a:ln>
        </p:spPr>
        <p:txBody>
          <a:bodyPr spcFirstLastPara="1" wrap="square" lIns="91425" tIns="45700" rIns="91425" bIns="45700" anchor="ctr" anchorCtr="0">
            <a:noAutofit/>
          </a:bodyPr>
          <a:p>
            <a:pPr marL="0" marR="0" lvl="0" indent="0" algn="ctr" rtl="0">
              <a:spcBef>
                <a:spcPts val="0"/>
              </a:spcBef>
              <a:spcAft>
                <a:spcPts val="0"/>
              </a:spcAft>
              <a:buClr>
                <a:schemeClr val="dk1"/>
              </a:buClr>
              <a:buSzPts val="1800"/>
              <a:buFont typeface="Arial" panose="020B0604020202020204"/>
              <a:buNone/>
            </a:pPr>
            <a:endParaRPr sz="1800">
              <a:solidFill>
                <a:schemeClr val="dk1"/>
              </a:solidFill>
              <a:latin typeface="Arial" panose="020B0604020202020204"/>
              <a:ea typeface="Arial" panose="020B0604020202020204"/>
              <a:cs typeface="Arial" panose="020B0604020202020204"/>
              <a:sym typeface="Arial" panose="020B0604020202020204"/>
            </a:endParaRPr>
          </a:p>
        </p:txBody>
      </p:sp>
      <p:sp>
        <p:nvSpPr>
          <p:cNvPr id="1049000" name="Google Shape;831;p77"/>
          <p:cNvSpPr/>
          <p:nvPr/>
        </p:nvSpPr>
        <p:spPr>
          <a:xfrm>
            <a:off x="3249613" y="5997575"/>
            <a:ext cx="2644775" cy="369888"/>
          </a:xfrm>
          <a:prstGeom prst="rect">
            <a:avLst/>
          </a:prstGeom>
          <a:noFill/>
          <a:ln>
            <a:noFill/>
          </a:ln>
        </p:spPr>
        <p:txBody>
          <a:bodyPr spcFirstLastPara="1" wrap="square" lIns="91425" tIns="45700" rIns="91425" bIns="45700" anchor="t" anchorCtr="0">
            <a:noAutofit/>
          </a:bodyPr>
          <a:p>
            <a:pPr marL="0" marR="0" lvl="0" indent="0" algn="ctr" rtl="0">
              <a:spcBef>
                <a:spcPts val="0"/>
              </a:spcBef>
              <a:spcAft>
                <a:spcPts val="0"/>
              </a:spcAft>
              <a:buClr>
                <a:schemeClr val="dk2"/>
              </a:buClr>
              <a:buSzPts val="1800"/>
              <a:buFont typeface="Arial" panose="020B0604020202020204"/>
              <a:buNone/>
            </a:pPr>
            <a:r>
              <a:rPr lang="en-IN" sz="1800">
                <a:solidFill>
                  <a:schemeClr val="dk2"/>
                </a:solidFill>
                <a:latin typeface="Calibri" panose="020F0502020204030204"/>
                <a:ea typeface="Calibri" panose="020F0502020204030204"/>
                <a:cs typeface="Calibri" panose="020F0502020204030204"/>
                <a:sym typeface="Calibri" panose="020F0502020204030204"/>
              </a:rPr>
              <a:t>www.paruluniversity.ac.in</a:t>
            </a:r>
            <a:endParaRPr lang="en-IN" sz="1800">
              <a:solidFill>
                <a:schemeClr val="dk2"/>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24991</Words>
  <Application>WPS Presentation</Application>
  <PresentationFormat/>
  <Paragraphs>738</Paragraphs>
  <Slides>58</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58</vt:i4>
      </vt:variant>
    </vt:vector>
  </HeadingPairs>
  <TitlesOfParts>
    <vt:vector size="67" baseType="lpstr">
      <vt:lpstr>Arial</vt:lpstr>
      <vt:lpstr>SimSun</vt:lpstr>
      <vt:lpstr>Wingdings</vt:lpstr>
      <vt:lpstr>Arial</vt:lpstr>
      <vt:lpstr>Calibri</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parul</dc:creator>
  <cp:lastModifiedBy>NIKUNJ BHAVSAR</cp:lastModifiedBy>
  <cp:revision>64</cp:revision>
  <dcterms:created xsi:type="dcterms:W3CDTF">2024-05-25T05:45:00Z</dcterms:created>
  <dcterms:modified xsi:type="dcterms:W3CDTF">2024-06-28T02:28:45Z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01c19d085ae148d0912cbe0eacfff879</vt:lpwstr>
  </property>
  <property fmtid="{D5CDD505-2E9C-101B-9397-08002B2CF9AE}" pid="3" name="KSOProductBuildVer">
    <vt:lpwstr>1033-12.2.0.17119</vt:lpwstr>
  </property>
</Properties>
</file>